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Buffer-carving CCC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EF6C00"/>
                </a:solidFill>
                <a:latin typeface="Calibri"/>
                <a:ea typeface="Calibri"/>
                <a:cs typeface="Calibri"/>
                <a:sym typeface="Calibri"/>
              </a:rPr>
              <a:t>Diwakar Tundlam · 5 Jun 2026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64" y="320040"/>
            <a:ext cx="7897871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CCC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QoSMAP → CSB buffer-carving → QoS-CCC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508760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Capabilities · 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VLAN · DSCP · ESUN · UFH → TC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ACL can override remark policy.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508760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Capacities · Buffer-carving at CSB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Pool modes, carve sizes, admission, PFC — HW arch limits.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508760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Constraints · CSB buffer-carving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4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508760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Closing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508760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