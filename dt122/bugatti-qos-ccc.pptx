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Buffer-carving CCC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EF6C00"/>
                </a:solidFill>
                <a:latin typeface="Calibri"/>
                <a:ea typeface="Calibri"/>
                <a:cs typeface="Calibri"/>
                <a:sym typeface="Calibri"/>
              </a:rPr>
              <a:t>Diwakar Tundlam · 5 Jun 2026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 Switch-Buffer Management · logical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64" y="320040"/>
            <a:ext cx="789787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QoS CCC 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QoSMAP → CSB buffer-carving → QoS-CCC</a:t>
            </a: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b6-slide02-pipeline-scope-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Capabilities · QoS classify and remark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VLAN · DSCP · ESUN · UFH → TC on egress.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Arial"/>
              </a:rPr>
              <a:t>• ACL can override remark policy.</a:t>
            </a: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b6-slide04-qos-st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792355"/>
            <a:ext cx="8412480" cy="6789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Capacities · Buffer-carving at CSB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333333"/>
                </a:solidFill>
                <a:latin typeface="Arial"/>
              </a:rPr>
              <a:t>Pool modes, carve sizes, admission, PFC — HW arch limits.</a:t>
            </a: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b6-slide04-csb-in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054" y="1508760"/>
            <a:ext cx="2415891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Constraints · CSB buffer-carving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icture 102" descr="b6-slide05-csb-ccc-t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08760"/>
            <a:ext cx="6492239" cy="32461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Scope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b6-slide06-bounda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693066"/>
            <a:ext cx="8412480" cy="28775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Closing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Picture 124" descr="b6-slide07-next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97" y="1508760"/>
            <a:ext cx="8096205" cy="3246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