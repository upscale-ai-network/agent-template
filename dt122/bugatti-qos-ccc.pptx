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Buffer-carving 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Program kickoff slide — unchanged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Datapath · 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Orange slice = buffer-carving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· CSB buffer-carving · QoS-CCC — aligned with qos architecture.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Schematic only — equal slices, not sizing metrics.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Egress buffer policy · version 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and gate version 0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719" y="1508760"/>
            <a:ext cx="231456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 buffer-carving · CCC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Capabilities · Capacities · Constraints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Version 0 placeholders — refine from HW architecture, RTL, and c-models.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Orange rows: CSB buffer-carving and fabric pool context — values TBD.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Use-case-driven datapath may revise rows.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In scope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What this CCC covers versus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42683"/>
            <a:ext cx="8412480" cy="29782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Back to alignment · checkpoints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Lock version 0 gates — continue qos architecture close.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Revision 0.1.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71" y="1508760"/>
            <a:ext cx="2796657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