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bugatti-qos-ccc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· 11 Jun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bugatti-qos-ccc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QoSMAP → CSB buffer-carving → bugatti-qos-ccc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664208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64" y="320040"/>
            <a:ext cx="789787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Capabilities · Classify, Enqueue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320040" y="1508760"/>
            <a:ext cx="4709160" cy="324612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800">
                <a:solidFill>
                  <a:srgbClr val="333333"/>
                </a:solidFill>
                <a:latin typeface="Arial"/>
              </a:rPr>
              <a:t>• (draft in progress ... 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Buffer-carving path (CSB)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Port-speed bifurcation → static carve in CSB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QoSMAP · queues · egress scheduler · per-port queue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Classify · enqueue · remark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ESUN-UFH → TC (4 or 3-bit=8) — different MAC layer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AFH → (BCM: SUE) → vTC → VLAN · L3/DSCP → 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EFH → VLAN · PRI → L3/DSCP → 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L2/L3 datapath · ACL · policer · ECN · PFC · pause (802.3x)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Peer context (not this wedge)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Dual-die Sky-Hammer · UCIe D2D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UA-Link (descoped) — same PHY/PMD, different PCS/PMA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ECMP · mirror · stats · sFlow · CPU punt</a:t>
            </a: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51076"/>
            <a:ext cx="6903720" cy="2761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Capacities · buffer-carving at CSB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320040" y="1508760"/>
            <a:ext cx="4709160" cy="324612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800">
                <a:solidFill>
                  <a:srgbClr val="333333"/>
                </a:solidFill>
                <a:latin typeface="Arial"/>
              </a:rPr>
              <a:t>• (draft in progress ...)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Port tiers · bifurcation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200G · 400G · 800G modes and rate mapping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Buffer pools at CSB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Lossless pools — pause / PFC · headroom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Lossy pools — ECN · WRED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Carve control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Static and dynamic pool sizing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Traffic-aware congestion management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Egress scheduling (context)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Per-TC queues · WFQ/SPQ · port bandwidth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Out of wedge (peer / defer)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ECMP DLB · entropy / dynamic readjust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AI/XPU workload rebalance · SDN/controller alignment</a:t>
            </a: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51076"/>
            <a:ext cx="6903720" cy="27614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Constraints · CSB table sizes, limits, combinations (samples only - review with HW arch and publish)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664208"/>
            <a:ext cx="649224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· deliverable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scope-deliver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664208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