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QoS buffer carving arch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qos-architecture slides 1–2 · Rev 0.1 draft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CCC walk — Capabilities · Capacities · Constraints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CCC — datapath vocabulary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 · one framework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**Capability** = what · **Capacity** = how many · **Constraint** = how used — maps to header fields → TC → resources.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b6-slide01-ccc-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213" y="1508760"/>
            <a:ext cx="1317574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Logical pipeline — W hooks on the log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 · stitch story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Packet path picks which CCC applies — peer DRIs on their blocks; I own QoSMAP · Queue · CSB carve.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L2 Tilak · L3/ESUN Girish · ACL Shrawan · ECMP Hongal · QoS classify Shrawan · carve Diwakar · Mirror Shafi.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3-pipeline-annot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classify &amp; remark — W lane (interface)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 · upstream of carve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TC from VLAN .1p · DSCP · ESUN CoS · UFH DSCP — remark on egress; ACL can override. Detail in peer QoS Classification CCC.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14161"/>
            <a:ext cx="8412480" cy="6353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Buffer carve @ CSB — my wedge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 · qos-arch focus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**Capability:** pool modes · sharing · lossy/lossless · **Capacity:** carve sizes · port tiers · **Constraint:** admission · PFC · speed coherence — v0 draft.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558" y="1508760"/>
            <a:ext cx="2414883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 · HW TODO · peer CCC refs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III · boundaries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In this walk vs deferred; cross-decks by reference (ECMP capacity in ECMP CCC, etc.).</a:t>
            </a: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94106"/>
            <a:ext cx="8412480" cy="30754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Rev 0.1 · next steps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III · forward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Draft for steer — peer lane edits welcome; Friday walk if aligned.</a:t>
            </a: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672" y="1508760"/>
            <a:ext cx="2906656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