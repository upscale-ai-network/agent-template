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9pMNojvmZd7sLzoI35cKCZ+b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37" Type="http://schemas.openxmlformats.org/officeDocument/2006/relationships/notesMaster" Target="notesMasters/notesMaster1.xml"/><Relationship Id="rId38" Type="http://customschemas.google.com/relationships/presentationmetadata" Target="metadata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39bbdc2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g38b39bbdc2a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1" name="Google Shape;51;g38b39bbdc2a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8b39bbdc2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8b39bbdc2a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2" name="Google Shape;62;g38b39bbdc2a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b39bbdc2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8b39bbdc2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3" name="Google Shape;73;g38b39bbdc2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42e4bd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g3d542e4bd6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" name="Google Shape;84;g3d542e4bd6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542e4bd64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g3d542e4bd64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5" name="Google Shape;95;g3d542e4bd64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542e4bd64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3d542e4bd64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6" name="Google Shape;106;g3d542e4bd64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d542e4bd64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" name="Google Shape;116;g3d542e4bd64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7" name="Google Shape;117;g3d542e4bd64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83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 </a:t>
            </a: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22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828800"/>
            <a:ext cx="3200400" cy="36576"/>
          </a:xfrm>
          <a:prstGeom prst="rect">
            <a:avLst/>
          </a:prstGeom>
          <a:solidFill>
            <a:srgbClr val="FFE19E"/>
          </a:solidFill>
          <a:ln w="127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1965960"/>
            <a:ext cx="43891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>QoS buffer carving arch</a:t>
            </a:r>
            <a:endParaRPr sz="1950" b="0" i="1" u="none" strike="noStrike" cap="none">
              <a:solidFill>
                <a:srgbClr val="FEDB8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2600" b="0" i="1" u="none" strike="noStrike" cap="none">
              <a:solidFill>
                <a:srgbClr val="FFE1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Open after qos-architecture slides 1–2 — role-play, not a handoff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7889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Confidential — Upscale 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0" y="0"/>
            <a:ext cx="4572000" cy="4869180"/>
          </a:xfrm>
          <a:prstGeom prst="rect">
            <a:avLst/>
          </a:prstGeom>
          <a:solidFill>
            <a:srgbClr val="071E35"/>
          </a:solidFill>
          <a:ln w="12700" cap="flat" cmpd="sng">
            <a:solidFill>
              <a:srgbClr val="071E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846320" y="274320"/>
            <a:ext cx="27432" cy="13716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394960" y="274320"/>
            <a:ext cx="27432" cy="164592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274320"/>
            <a:ext cx="27432" cy="192024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492240" y="274320"/>
            <a:ext cx="27432" cy="219456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040880" y="274320"/>
            <a:ext cx="27432" cy="246888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589520" y="274320"/>
            <a:ext cx="27432" cy="27432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846320" y="457200"/>
            <a:ext cx="320040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846320" y="1188720"/>
            <a:ext cx="283464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846320" y="1920240"/>
            <a:ext cx="246888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846320" y="2651760"/>
            <a:ext cx="210312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60720" y="14630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0A2744"/>
          </a:solidFill>
          <a:ln w="254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760720" y="17373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sz="1900">
                <a:solidFill>
                  <a:srgbClr val="FFE19E"/>
                </a:solidFill>
                <a:latin typeface="Calibri"/>
              </a:rPr>
              <a:t>Walk: process → pipeline → alignment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0" y="4850892"/>
            <a:ext cx="9144000" cy="18288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1F3A"/>
          </a:solidFill>
          <a:ln w="12700" cap="flat" cmpd="sng">
            <a:solidFill>
              <a:srgbClr val="081F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274320" y="4887468"/>
            <a:ext cx="7772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88AA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688AA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863840" y="48874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8b39bbdc2a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The walk — five beats (process)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Act I · broad strokes</a:t>
            </a:r>
          </a:p>
        </p:txBody>
      </p:sp>
      <p:sp>
        <p:nvSpPr>
          <p:cNvPr id="54" name="Google Shape;54;g38b39bbdc2a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8b39bbdc2a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8b39bbdc2a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8b39bbdc2a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8b39bbdc2a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9" name="Picture 58" descr="b6-slide01-process-ribb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777224"/>
            <a:ext cx="8412480" cy="70919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8b39bbdc2a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Validation machine — how we prove tape-out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Act II · focus</a:t>
            </a:r>
          </a:p>
        </p:txBody>
      </p:sp>
      <p:sp>
        <p:nvSpPr>
          <p:cNvPr id="65" name="Google Shape;65;g38b39bbdc2a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8b39bbdc2a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8b39bbdc2a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8b39bbdc2a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8b39bbdc2a_0_2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Picture 69" descr="b6-slide02-validation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5036" y="1508760"/>
            <a:ext cx="3753928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8b39bbdc2a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Logical pipeline — my wedge on your slide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Act II · center of walk</a:t>
            </a:r>
          </a:p>
        </p:txBody>
      </p:sp>
      <p:sp>
        <p:nvSpPr>
          <p:cNvPr id="76" name="Google Shape;76;g38b39bbdc2a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g38b39bbdc2a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g38b39bbdc2a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g38b39bbdc2a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g38b39bbdc2a_0_3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1" name="Picture 80" descr="b6-slide03-pipeline-annota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1542" y="1508760"/>
            <a:ext cx="5780916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542e4bd64_0_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Buffer carve @ CSB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Act II · egress wedge</a:t>
            </a:r>
          </a:p>
        </p:txBody>
      </p:sp>
      <p:sp>
        <p:nvSpPr>
          <p:cNvPr id="87" name="Google Shape;87;g3d542e4bd64_0_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d542e4bd64_0_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d542e4bd64_0_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g3d542e4bd64_0_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g3d542e4bd64_0_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Picture 91" descr="b6-slide04-csb-in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558" y="1508760"/>
            <a:ext cx="2414883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d542e4bd64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Who aligns on which gate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Act III · review</a:t>
            </a:r>
          </a:p>
        </p:txBody>
      </p:sp>
      <p:sp>
        <p:nvSpPr>
          <p:cNvPr id="98" name="Google Shape;98;g3d542e4bd64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g3d542e4bd64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g3d542e4bd64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g3d542e4bd64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g3d542e4bd64_0_3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3" name="Picture 102" descr="b6-slide05-gate-align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7274" y="1508760"/>
            <a:ext cx="4049452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d542e4bd64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Boundaries — in this walk vs not merged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Act III · defer</a:t>
            </a:r>
          </a:p>
        </p:txBody>
      </p:sp>
      <p:sp>
        <p:nvSpPr>
          <p:cNvPr id="109" name="Google Shape;109;g3d542e4bd64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3d542e4bd64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g3d542e4bd64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g3d542e4bd64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g3d542e4bd64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" name="Picture 113" descr="b6-slide06-bounda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190" y="1508760"/>
            <a:ext cx="7971619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d542e4bd64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Next steps — if you want me to drive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Act III · forward</a:t>
            </a:r>
          </a:p>
        </p:txBody>
      </p:sp>
      <p:sp>
        <p:nvSpPr>
          <p:cNvPr id="120" name="Google Shape;120;g3d542e4bd64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g3d542e4bd64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g3d542e4bd64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g3d542e4bd64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g3d542e4bd64_0_2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5" name="Picture 124" descr="b6-slide07-next-ste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8672" y="1508760"/>
            <a:ext cx="2906656" cy="32461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3CE4F5B33B9B47BA16A8D82636783D" ma:contentTypeVersion="15" ma:contentTypeDescription="Create a new document." ma:contentTypeScope="" ma:versionID="3f5d8ee684fd6382a1a7264cb2ced548">
  <xsd:schema xmlns:xsd="http://www.w3.org/2001/XMLSchema" xmlns:xs="http://www.w3.org/2001/XMLSchema" xmlns:p="http://schemas.microsoft.com/office/2006/metadata/properties" xmlns:ns2="fb6a68c4-ab8f-4ba3-a895-6ac835c17b7e" xmlns:ns3="02831a02-8e16-4ec9-bd65-59388d77e3b2" targetNamespace="http://schemas.microsoft.com/office/2006/metadata/properties" ma:root="true" ma:fieldsID="5a953b81592bcab817634265e9ab1dd5" ns2:_="" ns3:_="">
    <xsd:import namespace="fb6a68c4-ab8f-4ba3-a895-6ac835c17b7e"/>
    <xsd:import namespace="02831a02-8e16-4ec9-bd65-59388d77e3b2"/>
    <xsd:element name="properties">
      <xsd:complexType>
        <xsd:sequence>
          <xsd:element name="documentManagement">
            <xsd:complexType>
              <xsd:all>
                <xsd:element ref="ns2:MigrationSource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a68c4-ab8f-4ba3-a895-6ac835c17b7e" elementFormDefault="qualified">
    <xsd:import namespace="http://schemas.microsoft.com/office/2006/documentManagement/types"/>
    <xsd:import namespace="http://schemas.microsoft.com/office/infopath/2007/PartnerControls"/>
    <xsd:element name="MigrationSourceID" ma:index="8" nillable="true" ma:displayName="MigrationSourceID" ma:internalName="MigrationSourceID" ma:readOnly="true">
      <xsd:simpleType>
        <xsd:restriction base="dms:Text"/>
      </xsd:simpleType>
    </xsd:element>
    <xsd:element name="TaxCatchAll" ma:index="21" nillable="true" ma:displayName="Taxonomy Catch All Column" ma:hidden="true" ma:list="{39f00500-20d3-4015-8ed4-d465b76ab46e}" ma:internalName="TaxCatchAll" ma:showField="CatchAllData" ma:web="fb6a68c4-ab8f-4ba3-a895-6ac835c17b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831a02-8e16-4ec9-bd65-59388d77e3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igrationWizId" ma:index="16" nillable="true" ma:displayName="MigrationWizId" ma:internalName="MigrationWizId">
      <xsd:simpleType>
        <xsd:restriction base="dms:Text"/>
      </xsd:simpleType>
    </xsd:element>
    <xsd:element name="MigrationWizIdPermissions" ma:index="17" nillable="true" ma:displayName="MigrationWizIdPermissions" ma:internalName="MigrationWizIdPermissions">
      <xsd:simpleType>
        <xsd:restriction base="dms:Text"/>
      </xsd:simpleType>
    </xsd:element>
    <xsd:element name="MigrationWizIdVersion" ma:index="18" nillable="true" ma:displayName="MigrationWizIdVersion" ma:internalName="MigrationWizIdVersion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5568d06a-9151-4f9f-a28d-684c52c138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igrationSourceID xmlns="fb6a68c4-ab8f-4ba3-a895-6ac835c17b7e">1kv6CIXj2YO96Z9sh70NFdV8FGzdxTmcr</MigrationSourceID>
    <MigrationWizIdPermissions xmlns="02831a02-8e16-4ec9-bd65-59388d77e3b2" xsi:nil="true"/>
    <MigrationWizIdVersion xmlns="02831a02-8e16-4ec9-bd65-59388d77e3b2" xsi:nil="true"/>
    <MigrationWizId xmlns="02831a02-8e16-4ec9-bd65-59388d77e3b2" xsi:nil="true"/>
    <lcf76f155ced4ddcb4097134ff3c332f xmlns="02831a02-8e16-4ec9-bd65-59388d77e3b2">
      <Terms xmlns="http://schemas.microsoft.com/office/infopath/2007/PartnerControls"/>
    </lcf76f155ced4ddcb4097134ff3c332f>
    <TaxCatchAll xmlns="fb6a68c4-ab8f-4ba3-a895-6ac835c17b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F9CACF-705F-4DAF-B572-0A458E8DB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6a68c4-ab8f-4ba3-a895-6ac835c17b7e"/>
    <ds:schemaRef ds:uri="02831a02-8e16-4ec9-bd65-59388d77e3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908B21-CBA9-4FB3-99DD-253C12A6A26A}">
  <ds:schemaRefs>
    <ds:schemaRef ds:uri="http://schemas.microsoft.com/office/2006/metadata/properties"/>
    <ds:schemaRef ds:uri="http://schemas.microsoft.com/office/infopath/2007/PartnerControls"/>
    <ds:schemaRef ds:uri="fb6a68c4-ab8f-4ba3-a895-6ac835c17b7e"/>
    <ds:schemaRef ds:uri="02831a02-8e16-4ec9-bd65-59388d77e3b2"/>
  </ds:schemaRefs>
</ds:datastoreItem>
</file>

<file path=customXml/itemProps3.xml><?xml version="1.0" encoding="utf-8"?>
<ds:datastoreItem xmlns:ds="http://schemas.openxmlformats.org/officeDocument/2006/customXml" ds:itemID="{F309101F-597A-4913-BCA7-C230F0E946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32</Slides>
  <Notes>32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Girish Kalele</dc:creator>
  <cp:revision>1</cp:revision>
  <dcterms:created xsi:type="dcterms:W3CDTF">2026-03-27T17:55:03Z</dcterms:created>
  <dcterms:modified xsi:type="dcterms:W3CDTF">2026-06-04T18:38:57Z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0x010100D63CE4F5B33B9B47BA16A8D82636783D</vt:lpwstr>
  </property>
</Properties>
</file>