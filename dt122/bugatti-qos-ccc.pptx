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Quality of Service (QoS) buffer-carving architecture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Follows qos architecture · Revision 0.1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Validated to tape-out · datapath context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QoSMAP, Queue, and buffer-carving at Central Scheduler Block (CSB) — aligned with qos architecture.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Pipeline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Orange slice = Dynamic Switch-Buffer Management scope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 · CSB buffer-carving · QoS-CCC — aligned with qos architecture.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Schematic only — equal slices, not sizing metrics.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Other pipeline blocks covered on peer architecture decks (SharePoint).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Upstream of buffer-carving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VLAN priority, Differentiated Services Code Point (DSCP), ESUN class of service, and Unified Forwarding Header (UFH) → Traffic Class (TC)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Access Control List (ACL) can override remark policy.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Handoff: classify → remark → Queue → buffer-carving at CSB.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6895"/>
            <a:ext cx="8412480" cy="62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Buffer-carving at Central Scheduler Block (CSB)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Egress buffer policy · version 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Pool modes, buffer-carving sizes, admission, Priority Flow Control (PFC), port-speed coherence.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Near-term deliverable: buffer-carving plan and gate version 0 · next few days.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Hardware pool and register-transfer-level (RTL) sizing — in progress with architecture.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719" y="1508760"/>
            <a:ext cx="231456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CSB buffer-carving · CCC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Capabilities · Capacities · Constraints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Version 0 placeholders — refine from HW architecture, RTL, and c-models.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Orange rows: CSB buffer-carving and fabric pool context — values TBD.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Use-case-driven datapath may revise rows after qos-aware walk.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and open items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In this walk versus deferred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What we cover today versus what stays on peer decks.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Open: Ingress Fabric Port (IFP), Ingress Switch Buffer (ISB), CSB, and Egress Fabric Port (EFP) pool sizing.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Deferred: software development kit (SDK) swimlanes and duplicating full peer deck bodies.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32886"/>
            <a:ext cx="8412480" cy="2997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Back to alignment · checkpoints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Lock version 0 gates — continue qos architecture close.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Revision 0.1.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Publish to SharePoint after group review.</a:t>
            </a: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71" y="1508760"/>
            <a:ext cx="2796657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