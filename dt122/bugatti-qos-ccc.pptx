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QoS buffer carving arch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Open after qos-architecture slides 1–2 — role-play, not a handoff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Walk: process → pipeline → alignment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The walk — five beats (process)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Act I · broad strokes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A3 framed situation + task — this deck shows how we execute.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b6-slide01-process-ribb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777224"/>
            <a:ext cx="8412480" cy="70919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Validation machine — how we prove tape-out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Act II · focus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v0 gates for group review — not unilateral.</a:t>
            </a: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b6-slide02-validation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036" y="1508760"/>
            <a:ext cx="3753928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Logical pipeline — my wedge on your slide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Act II · center of walk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QoSMAP + Queue = my lane; peers on their blocks.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Shafi · Tippanna · Tilak · Girish · Rupa — W order on the picture.</a:t>
            </a: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b6-slide03-pipeline-annot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42" y="1508760"/>
            <a:ext cx="57809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Buffer carve @ CSB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Act II · egress wedge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Process outcome — carve plan + gate v0 in the next few days.</a:t>
            </a: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b6-slide04-csb-in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558" y="1508760"/>
            <a:ext cx="2414883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Who aligns on which gate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Act III · review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Don’t read every row — point at the matrix.</a:t>
            </a: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icture 102" descr="b6-slide05-gate-align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7274" y="1508760"/>
            <a:ext cx="4049452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Boundaries — in this walk vs not merged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Act III · defer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Weekly sync on adjacent threads — no scope merge this walk.</a:t>
            </a: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b6-slide06-bounda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50" y="1508760"/>
            <a:ext cx="76949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Next steps — if you want me to drive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Act III · forward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Offer only if asked — peer huddle follows homework.</a:t>
            </a: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5" name="Picture 124" descr="b6-slide07-next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8672" y="1508760"/>
            <a:ext cx="2906656" cy="3246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