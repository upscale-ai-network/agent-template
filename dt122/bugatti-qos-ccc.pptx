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Buffer-carving CCC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Follows qos architecture · Revision 0.1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51830"/>
                </a:solidFill>
                <a:latin typeface="Arial"/>
              </a:rPr>
              <a:t>Program kickoff slide — unchanged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CCC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51830"/>
                </a:solidFill>
                <a:latin typeface="Arial"/>
              </a:rPr>
              <a:t>Highlighted slice = buffer-carving scope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QoSMAP → CSB buffer-carving → QoS-CCC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Schematic only — equal slices, not sizing metrics.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Other pipeline blocks covered on peer architecture decks (SharePoint).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51830"/>
                </a:solidFill>
                <a:latin typeface="Arial"/>
              </a:rPr>
              <a:t>Upstream of buffer-carving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VLAN priority, Differentiated Services Code Point (DSCP), ESUN class of service, and Unified Forwarding Header (UFH) → Traffic Class (TC)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Access Control List (ACL) can override remark policy.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Handoff: classify → remark → Queue → buffer-carving at CSB.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16895"/>
            <a:ext cx="8412480" cy="629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Buffer-carving at Central Scheduler Block (CSB)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51830"/>
                </a:solidFill>
                <a:latin typeface="Arial"/>
              </a:rPr>
              <a:t>Egress buffer policy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Pool modes, buffer-carving sizes, admission, Priority Flow Control (PFC), port-speed coherence.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Near-term deliverable: buffer-carving plan · next few days.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Hardware pool and register-transfer-level (RTL) sizing — in progress with architecture.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054" y="1508760"/>
            <a:ext cx="2415891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CSB buffer-carving · CCC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51830"/>
                </a:solidFill>
                <a:latin typeface="Arial"/>
              </a:rPr>
              <a:t>Capabilities · Capacities · Constraints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Placeholders — refine from HW architecture, RTL, and c-models.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Highlighted rows: CSB buffer-carving and fabric pool context — values TBD.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Use-case-driven datapath may revise rows.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and open items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51830"/>
                </a:solidFill>
                <a:latin typeface="Arial"/>
              </a:rPr>
              <a:t>In scope versus deferred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What this CCC covers versus peer decks.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Open: Ingress Fabric Port (IFP), Ingress Switch Buffer (ISB), CSB, and Egress Fabric Port (EFP) pool sizing.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Deferred: software development kit (SDK) swimlanes and duplicating full peer deck bodies.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42683"/>
            <a:ext cx="8412480" cy="29782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Publish to SharePoint after group review.</a:t>
            </a: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636" y="1508760"/>
            <a:ext cx="2886728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