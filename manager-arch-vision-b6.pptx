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9pMNojvmZd7sLzoI35cKCZ+b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37" Type="http://schemas.openxmlformats.org/officeDocument/2006/relationships/notesMaster" Target="notesMasters/notesMaster1.xml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b39bbdc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8b39bbdc2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g38b39bbdc2a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b39bbdc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8b39bbdc2a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g38b39bbdc2a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39bbdc2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8b39bbdc2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8b39bbdc2a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42e4bd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542e4bd6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3d542e4bd6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42e4bd6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d542e4bd64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3d542e4bd64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42e4bd6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d542e4bd64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g3d542e4bd64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542e4bd6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d542e4bd64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d542e4bd64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b39bbdc2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8b39bbdc2a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8b39bbdc2a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b39bbdc2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8b39bbdc2a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8b39bbdc2a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39bbdc2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8b39bbdc2a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38b39bbdc2a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b39bbdc2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8b39bbdc2a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8b39bbdc2a_0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b39bbdc2a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8b39bbdc2a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g38b39bbdc2a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b39bbdc2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8b39bbdc2a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38b39bbdc2a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e2394d888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de2394d888_0_3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3de2394d888_0_3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 </a:t>
            </a: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22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3200400" cy="36576"/>
          </a:xfrm>
          <a:prstGeom prst="rect">
            <a:avLst/>
          </a:prstGeom>
          <a:solidFill>
            <a:srgbClr val="FFE19E"/>
          </a:solidFill>
          <a:ln w="127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 vision plan (B6)</a:t>
            </a:r>
            <a:endParaRPr sz="1950" b="0" i="1" u="none" strike="noStrike" cap="none">
              <a:solidFill>
                <a:srgbClr val="FEDB8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2600" b="0" i="1" u="none" strike="noStrike" cap="none">
              <a:solidFill>
                <a:srgbClr val="FFE1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Walk if Yes · Draft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8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Confidential — Upscale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0" y="0"/>
            <a:ext cx="4572000" cy="4869180"/>
          </a:xfrm>
          <a:prstGeom prst="rect">
            <a:avLst/>
          </a:prstGeom>
          <a:solidFill>
            <a:srgbClr val="071E35"/>
          </a:solidFill>
          <a:ln w="12700" cap="flat" cmpd="sng">
            <a:solidFill>
              <a:srgbClr val="071E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46320" y="274320"/>
            <a:ext cx="27432" cy="13716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94960" y="274320"/>
            <a:ext cx="27432" cy="164592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274320"/>
            <a:ext cx="27432" cy="192024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274320"/>
            <a:ext cx="27432" cy="219456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040880" y="274320"/>
            <a:ext cx="27432" cy="246888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589520" y="274320"/>
            <a:ext cx="27432" cy="27432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46320" y="457200"/>
            <a:ext cx="320040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1188720"/>
            <a:ext cx="283464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46320" y="1920240"/>
            <a:ext cx="246888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846320" y="2651760"/>
            <a:ext cx="210312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60720" y="14630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A2744"/>
          </a:solidFill>
          <a:ln w="254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760720" y="17373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Companion to A3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0" y="4850892"/>
            <a:ext cx="9144000" cy="18288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1F3A"/>
          </a:solidFill>
          <a:ln w="12700" cap="flat" cmpd="sng">
            <a:solidFill>
              <a:srgbClr val="08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488746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88AA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688AA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863840" y="48874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39bbdc2a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The question — and my answer (A3 slide 1 expanded)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8b39bbdc2a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8b39bbdc2a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8b39bbdc2a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8b39bbdc2a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8b39bbdc2a_0_10"/>
          <p:cNvSpPr txBox="1"/>
          <p:nvPr/>
        </p:nvSpPr>
        <p:spPr>
          <a:xfrm>
            <a:off x="411475" y="795525"/>
            <a:ext cx="83211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Your question: SW done and validated with product, mgmt plane, datapath/AV, SDK/SAI proof before tape-out.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My answer: drive 2-pager + validation-gate machine; DRI on arch-vision + QoS/RM (QoSMAP, queue/buffer carve).</a:t>
            </a:r>
          </a:p>
          <a:p>
            <a:pPr/>
            <a:r>
              <a:rPr>
                <a:solidFill>
                  <a:srgbClr val="000000"/>
                </a:solidFill>
              </a:rPr>
              <a:t>Peers: Shafi (L2/L3/ACL) and Tippanna (ECMP/AV) stay DRIs; I align the shared story, not their ownership.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b39bbdc2a_0_2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Document discipline (AWS-style)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8b39bbdc2a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8b39bbdc2a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8b39bbdc2a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8b39bbdc2a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8b39bbdc2a_0_20"/>
          <p:cNvSpPr txBox="1"/>
          <p:nvPr/>
        </p:nvSpPr>
        <p:spPr>
          <a:xfrm>
            <a:off x="411475" y="795525"/>
            <a:ext cx="8321100" cy="3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Thu: A3 (2–3 slides) + this B6 (walkable).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Next: Cx 2-pager — decisions, gates, open issues (~2 weeks).</a:t>
            </a:r>
          </a:p>
          <a:p>
            <a:pPr/>
            <a:r>
              <a:rPr>
                <a:solidFill>
                  <a:srgbClr val="000000"/>
                </a:solidFill>
              </a:rPr>
              <a:t>Not Thu: 50-page arch dump, full HW catalog digest.</a:t>
            </a:r>
          </a:p>
          <a:p>
            <a:pPr/>
            <a:r>
              <a:rPr>
                <a:solidFill>
                  <a:srgbClr val="000000"/>
                </a:solidFill>
              </a:rPr>
              <a:t>Exec read stays thin; full truth can exist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39bbdc2a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End-to-end validation framework (I drive draft; peers align)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8b39bbdc2a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8b39bbdc2a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8b39bbdc2a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8b39bbdc2a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8b39bbdc2a_0_30"/>
          <p:cNvSpPr txBox="1"/>
          <p:nvPr/>
        </p:nvSpPr>
        <p:spPr>
          <a:xfrm>
            <a:off x="411475" y="795525"/>
            <a:ext cx="8321100" cy="3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Product / customer use cases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Arch validation (AV) ↔ datapath arch</a:t>
            </a:r>
          </a:p>
          <a:p>
            <a:pPr/>
            <a:r>
              <a:rPr>
                <a:solidFill>
                  <a:srgbClr val="000000"/>
                </a:solidFill>
              </a:rPr>
              <a:t>Mgmt plane — deployment-shaped (SONiC / FBOSS lands)</a:t>
            </a:r>
          </a:p>
          <a:p>
            <a:pPr/>
            <a:r>
              <a:rPr>
                <a:solidFill>
                  <a:srgbClr val="000000"/>
                </a:solidFill>
              </a:rPr>
              <a:t>SW validation ↔ C-models → emulation / FPGA → silicon</a:t>
            </a:r>
          </a:p>
          <a:p>
            <a:pPr/>
            <a:r>
              <a:rPr>
                <a:solidFill>
                  <a:srgbClr val="000000"/>
                </a:solidFill>
              </a:rPr>
              <a:t>SDK + SAI done with explicit gates before tape-out</a:t>
            </a:r>
          </a:p>
          <a:p>
            <a:pPr/>
            <a:r>
              <a:rPr>
                <a:solidFill>
                  <a:srgbClr val="000000"/>
                </a:solidFill>
              </a:rPr>
              <a:t>I socialize v0 of done per gate for group review — not unilateral mandate.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42e4bd64_0_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DRI map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542e4bd64_0_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542e4bd64_0_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542e4bd64_0_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542e4bd64_0_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542e4bd64_0_0"/>
          <p:cNvSpPr txBox="1"/>
          <p:nvPr/>
        </p:nvSpPr>
        <p:spPr>
          <a:xfrm>
            <a:off x="411475" y="795525"/>
            <a:ext cx="8622000" cy="28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Sponsor / exec alignment: Gururaj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Arch vision + validation program: Diwakar Tundlam</a:t>
            </a:r>
          </a:p>
          <a:p>
            <a:pPr/>
            <a:r>
              <a:rPr>
                <a:solidFill>
                  <a:srgbClr val="000000"/>
                </a:solidFill>
              </a:rPr>
              <a:t>QoS / buffer / queue / scheduler / RM carve: Diwakar Tundlam</a:t>
            </a:r>
          </a:p>
          <a:p>
            <a:pPr/>
            <a:r>
              <a:rPr>
                <a:solidFill>
                  <a:srgbClr val="000000"/>
                </a:solidFill>
              </a:rPr>
              <a:t>L2/L3 / ACL pipeline: Shafi Mohammad</a:t>
            </a:r>
          </a:p>
          <a:p>
            <a:pPr/>
            <a:r>
              <a:rPr>
                <a:solidFill>
                  <a:srgbClr val="000000"/>
                </a:solidFill>
              </a:rPr>
              <a:t>Arch validation / use-case framing: Tippanna Hongal</a:t>
            </a:r>
          </a:p>
          <a:p>
            <a:pPr/>
            <a:r>
              <a:rPr>
                <a:solidFill>
                  <a:srgbClr val="000000"/>
                </a:solidFill>
              </a:rPr>
              <a:t>SDK / SAI: SDK leads (e.g. Girish, Shravan) — consult, not my R</a:t>
            </a:r>
          </a:p>
          <a:p>
            <a:pPr/>
            <a:r>
              <a:rPr>
                <a:solidFill>
                  <a:srgbClr val="000000"/>
                </a:solidFill>
              </a:rPr>
              <a:t>Program / sprint mesh: Prasun Sinha</a:t>
            </a:r>
          </a:p>
          <a:p>
            <a:pPr/>
            <a:r>
              <a:rPr>
                <a:solidFill>
                  <a:srgbClr val="000000"/>
                </a:solidFill>
              </a:rPr>
              <a:t>HW datapath / OCP ESUN: Rupa Budhia — weekly align before Thu OCP calls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42e4bd64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My wedge — QoS resource management (RM)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542e4bd64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d542e4bd64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542e4bd64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542e4bd64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542e4bd64_0_30"/>
          <p:cNvSpPr txBox="1"/>
          <p:nvPr/>
        </p:nvSpPr>
        <p:spPr>
          <a:xfrm>
            <a:off x="411475" y="795525"/>
            <a:ext cx="8622000" cy="1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Classification: VLAN-PRI, TOS/DSCP → queues → schedulers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Buffer management and carving (traffic / resource manager)</a:t>
            </a:r>
          </a:p>
          <a:p>
            <a:pPr/>
            <a:r>
              <a:rPr>
                <a:solidFill>
                  <a:srgbClr val="000000"/>
                </a:solidFill>
              </a:rPr>
              <a:t>Port speed and queue/port policy coherence</a:t>
            </a:r>
          </a:p>
          <a:p>
            <a:pPr/>
            <a:r>
              <a:rPr>
                <a:solidFill>
                  <a:srgbClr val="000000"/>
                </a:solidFill>
              </a:rPr>
              <a:t>ESUN — align buffer/TM design with standardization (OCP context)</a:t>
            </a:r>
          </a:p>
          <a:p>
            <a:pPr/>
            <a:r>
              <a:rPr>
                <a:solidFill>
                  <a:srgbClr val="000000"/>
                </a:solidFill>
              </a:rPr>
              <a:t>HWv1: mapping above; no MPLS EXP, no IPv6 priority mapping yet.</a:t>
            </a:r>
          </a:p>
          <a:p>
            <a:pPr/>
            <a:r>
              <a:rPr>
                <a:solidFill>
                  <a:srgbClr val="000000"/>
                </a:solidFill>
              </a:rPr>
              <a:t>HWv2: EXP + IPv6 pri — planned extension.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42e4bd64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Logical pipeline (boss slide context)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542e4bd64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542e4bd64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d542e4bd64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542e4bd64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542e4bd64_0_10"/>
          <p:cNvSpPr txBox="1"/>
          <p:nvPr/>
        </p:nvSpPr>
        <p:spPr>
          <a:xfrm>
            <a:off x="411475" y="795525"/>
            <a:ext cx="8321100" cy="3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My wedge: QoSMAP + Queue/buffer carve · Peers: Shafi (L2/ACL), Tippanna (ECMP), Rupa (parse/datapath)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Picture 113" descr="logical-pipeline-boss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10972800" cy="61614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542e4bd64_0_2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Pipeline DRIs on the picture (summary)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542e4bd64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d542e4bd64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542e4bd64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542e4bd64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542e4bd64_0_20"/>
          <p:cNvSpPr txBox="1"/>
          <p:nvPr/>
        </p:nvSpPr>
        <p:spPr>
          <a:xfrm>
            <a:off x="411475" y="795525"/>
            <a:ext cx="8321100" cy="28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Ingress: Port → Parser → MyMAC · VLAN — parse correctness with Rupa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L2: L2-FBD · UFH — Shafi Mohammad</a:t>
            </a:r>
          </a:p>
          <a:p>
            <a:pPr/>
            <a:r>
              <a:rPr>
                <a:solidFill>
                  <a:srgbClr val="000000"/>
                </a:solidFill>
              </a:rPr>
              <a:t>L3: VRF · Intf · L3-FIB · ESUN FDB — L3/ESUN peers + Rupa</a:t>
            </a:r>
          </a:p>
          <a:p>
            <a:pPr/>
            <a:r>
              <a:rPr>
                <a:solidFill>
                  <a:srgbClr val="000000"/>
                </a:solidFill>
              </a:rPr>
              <a:t>Forward + QoS: ECMP (Tippanna) · QoSMAP (me)</a:t>
            </a:r>
          </a:p>
          <a:p>
            <a:pPr/>
            <a:r>
              <a:rPr>
                <a:solidFill>
                  <a:srgbClr val="000000"/>
                </a:solidFill>
              </a:rPr>
              <a:t>Egress: NH · LAG · IACL · Queue · ports — Queue/carve: me · ACL: Shafi</a:t>
            </a:r>
          </a:p>
          <a:p>
            <a:pPr/>
            <a:r>
              <a:rPr>
                <a:solidFill>
                  <a:srgbClr val="000000"/>
                </a:solidFill>
              </a:rPr>
              <a:t>Validation: each block needs AV done + SW proof (C-model → emulation) before silicon.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39bbdc2a_0_4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Whiteboards — RM / SDK context (§6a)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8b39bbdc2a_0_4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8b39bbdc2a_0_4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8b39bbdc2a_0_4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8b39bbdc2a_0_4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8b39bbdc2a_0_41"/>
          <p:cNvSpPr txBox="1"/>
          <p:nvPr/>
        </p:nvSpPr>
        <p:spPr>
          <a:xfrm>
            <a:off x="411475" y="795525"/>
            <a:ext cx="8321100" cy="3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arch-vision: buffer carving; lossy/lossless→PFC→Queues; WRED/ECN/PFC; ESUN-QoS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first-1-1: SONiC/FBOSS→SAI→USDK→ASIC; ties validation pyramid to SDK delivery</a:t>
            </a:r>
          </a:p>
          <a:p>
            <a:pPr/>
            <a:r>
              <a:rPr>
                <a:solidFill>
                  <a:srgbClr val="000000"/>
                </a:solidFill>
              </a:rPr>
              <a:t>Annotations: manager-arch-vision-whiteboards.md · assets/pics/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b39bbdc2a_0_5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Parallel track (out of Thu scope)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8b39bbdc2a_0_5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8b39bbdc2a_0_5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8b39bbdc2a_0_5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8b39bbdc2a_0_5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8b39bbdc2a_0_51"/>
          <p:cNvSpPr txBox="1"/>
          <p:nvPr/>
        </p:nvSpPr>
        <p:spPr>
          <a:xfrm>
            <a:off x="411475" y="795525"/>
            <a:ext cx="8321100" cy="19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This B6: DE role + QoS RM + validation framework (Gururaj 2-pager).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Rupa thread: SDK/SAI/datapath layout — related, different plan.</a:t>
            </a:r>
          </a:p>
          <a:p>
            <a:pPr/>
            <a:r>
              <a:rPr>
                <a:solidFill>
                  <a:srgbClr val="000000"/>
                </a:solidFill>
              </a:rPr>
              <a:t>Weekly sync with Rupa; do not merge the two plans on Thu.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b39bbdc2a_0_6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External / OCP ESUN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8b39bbdc2a_0_6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8b39bbdc2a_0_6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8b39bbdc2a_0_6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b39bbdc2a_0_6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b39bbdc2a_0_61"/>
          <p:cNvSpPr txBox="1"/>
          <p:nvPr/>
        </p:nvSpPr>
        <p:spPr>
          <a:xfrm>
            <a:off x="411475" y="795525"/>
            <a:ext cx="8321100" cy="21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Attend OCP ESUN as directed; coordinate with Rupa before Thu 8AM BCM/vendor calls.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SW architect on QoS/TM/ESUN — not full network-arch owner.</a:t>
            </a:r>
          </a:p>
          <a:p>
            <a:pPr/>
            <a:r>
              <a:rPr>
                <a:solidFill>
                  <a:srgbClr val="000000"/>
                </a:solidFill>
              </a:rPr>
              <a:t>Company position through Sponsor until redirected.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b39bbdc2a_0_79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~2 weeks → Cx 2-pager (draft outline)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b39bbdc2a_0_79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8b39bbdc2a_0_79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8b39bbdc2a_0_79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8b39bbdc2a_0_79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8b39bbdc2a_0_79"/>
          <p:cNvSpPr txBox="1"/>
          <p:nvPr/>
        </p:nvSpPr>
        <p:spPr>
          <a:xfrm>
            <a:off x="411475" y="795525"/>
            <a:ext cx="83211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Decision: validation gate definitions (C-model / emu / pre-tapeout) v0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Decision: QoS RM HWv1 scope sign-off with HW datapath DRI</a:t>
            </a:r>
          </a:p>
          <a:p>
            <a:pPr/>
            <a:r>
              <a:rPr>
                <a:solidFill>
                  <a:srgbClr val="000000"/>
                </a:solidFill>
              </a:rPr>
              <a:t>Open issues: access to models, lab, repos</a:t>
            </a:r>
          </a:p>
          <a:p>
            <a:pPr/>
            <a:r>
              <a:rPr>
                <a:solidFill>
                  <a:srgbClr val="000000"/>
                </a:solidFill>
              </a:rPr>
              <a:t>Actions: cadence with Shafi, Tippanna, Rupa, Prasun</a:t>
            </a:r>
          </a:p>
          <a:p>
            <a:pPr/>
            <a:r>
              <a:rPr>
                <a:solidFill>
                  <a:srgbClr val="000000"/>
                </a:solidFill>
              </a:rPr>
              <a:t>Non-goals: full C40-class HW digest in Cx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b39bbdc2a_0_89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Execution mesh (hook — detail round 2)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8b39bbdc2a_0_89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8b39bbdc2a_0_89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8b39bbdc2a_0_89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8b39bbdc2a_0_89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8b39bbdc2a_0_89"/>
          <p:cNvSpPr txBox="1"/>
          <p:nvPr/>
        </p:nvSpPr>
        <p:spPr>
          <a:xfrm>
            <a:off x="411475" y="795525"/>
            <a:ext cx="8321100" cy="14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Align task intake with SDK/ASIC milestones and SONiC/FBOSS release cadence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Prasun Sinha — program touchpoint for sprint planning</a:t>
            </a:r>
          </a:p>
          <a:p>
            <a:pPr/>
            <a:r>
              <a:rPr>
                <a:solidFill>
                  <a:srgbClr val="000000"/>
                </a:solidFill>
              </a:rPr>
              <a:t>Prabu brainstorm — not Thu center unless asked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39bbdc2a_0_99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Asks for Gururaj — delta beyond A3 slide 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8b39bbdc2a_0_99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8b39bbdc2a_0_99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8b39bbdc2a_0_99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8b39bbdc2a_0_99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8b39bbdc2a_0_99"/>
          <p:cNvSpPr txBox="1"/>
          <p:nvPr/>
        </p:nvSpPr>
        <p:spPr>
          <a:xfrm>
            <a:off x="411475" y="795525"/>
            <a:ext cx="8321100" cy="14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Thu package: A3 hook + optional B6 walk; Cx 2-pager ~2 weeks — OK?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Cx scope v0: validation gates + QoS RM HWv1 — who must be in the room?</a:t>
            </a:r>
          </a:p>
          <a:p>
            <a:pPr/>
            <a:r>
              <a:rPr>
                <a:solidFill>
                  <a:srgbClr val="000000"/>
                </a:solidFill>
              </a:rPr>
              <a:t>Step in if validation-gate consensus stalls beyond normal peer DRI friction.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e2394d888_0_319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What Thu is not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de2394d888_0_319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de2394d888_0_319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de2394d888_0_319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e2394d888_0_319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e2394d888_0_319"/>
          <p:cNvSpPr txBox="1"/>
          <p:nvPr/>
        </p:nvSpPr>
        <p:spPr>
          <a:xfrm>
            <a:off x="411475" y="795525"/>
            <a:ext cx="8321100" cy="3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Not finished C40 or full HW-doc digest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>
                <a:solidFill>
                  <a:srgbClr val="000000"/>
                </a:solidFill>
              </a:rPr>
              <a:t>Not claiming SDK/SAI program ownership day one</a:t>
            </a:r>
          </a:p>
          <a:p>
            <a:pPr/>
            <a:r>
              <a:rPr>
                <a:solidFill>
                  <a:srgbClr val="000000"/>
                </a:solidFill>
              </a:rPr>
              <a:t>Not AI tooling / token policy (separate thread)</a:t>
            </a:r>
          </a:p>
          <a:p>
            <a:pPr/>
            <a:r>
              <a:rPr>
                <a:solidFill>
                  <a:srgbClr val="000000"/>
                </a:solidFill>
              </a:rPr>
              <a:t>Not a 50-page substitute — B6 is walkable 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CE4F5B33B9B47BA16A8D82636783D" ma:contentTypeVersion="15" ma:contentTypeDescription="Create a new document." ma:contentTypeScope="" ma:versionID="3f5d8ee684fd6382a1a7264cb2ced548">
  <xsd:schema xmlns:xsd="http://www.w3.org/2001/XMLSchema" xmlns:xs="http://www.w3.org/2001/XMLSchema" xmlns:p="http://schemas.microsoft.com/office/2006/metadata/properties" xmlns:ns2="fb6a68c4-ab8f-4ba3-a895-6ac835c17b7e" xmlns:ns3="02831a02-8e16-4ec9-bd65-59388d77e3b2" targetNamespace="http://schemas.microsoft.com/office/2006/metadata/properties" ma:root="true" ma:fieldsID="5a953b81592bcab817634265e9ab1dd5" ns2:_="" ns3:_="">
    <xsd:import namespace="fb6a68c4-ab8f-4ba3-a895-6ac835c17b7e"/>
    <xsd:import namespace="02831a02-8e16-4ec9-bd65-59388d77e3b2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a68c4-ab8f-4ba3-a895-6ac835c17b7e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1" nillable="true" ma:displayName="Taxonomy Catch All Column" ma:hidden="true" ma:list="{39f00500-20d3-4015-8ed4-d465b76ab46e}" ma:internalName="TaxCatchAll" ma:showField="CatchAllData" ma:web="fb6a68c4-ab8f-4ba3-a895-6ac835c17b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31a02-8e16-4ec9-bd65-59388d77e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igrationWizId" ma:index="16" nillable="true" ma:displayName="MigrationWizId" ma:internalName="MigrationWizId">
      <xsd:simpleType>
        <xsd:restriction base="dms:Text"/>
      </xsd:simpleType>
    </xsd:element>
    <xsd:element name="MigrationWizIdPermissions" ma:index="17" nillable="true" ma:displayName="MigrationWizIdPermissions" ma:internalName="MigrationWizIdPermissions">
      <xsd:simpleType>
        <xsd:restriction base="dms:Text"/>
      </xsd:simpleType>
    </xsd:element>
    <xsd:element name="MigrationWizIdVersion" ma:index="18" nillable="true" ma:displayName="MigrationWizIdVersion" ma:internalName="MigrationWizIdVersion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568d06a-9151-4f9f-a28d-684c52c13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SourceID xmlns="fb6a68c4-ab8f-4ba3-a895-6ac835c17b7e">1kv6CIXj2YO96Z9sh70NFdV8FGzdxTmcr</MigrationSourceID>
    <MigrationWizIdPermissions xmlns="02831a02-8e16-4ec9-bd65-59388d77e3b2" xsi:nil="true"/>
    <MigrationWizIdVersion xmlns="02831a02-8e16-4ec9-bd65-59388d77e3b2" xsi:nil="true"/>
    <MigrationWizId xmlns="02831a02-8e16-4ec9-bd65-59388d77e3b2" xsi:nil="true"/>
    <lcf76f155ced4ddcb4097134ff3c332f xmlns="02831a02-8e16-4ec9-bd65-59388d77e3b2">
      <Terms xmlns="http://schemas.microsoft.com/office/infopath/2007/PartnerControls"/>
    </lcf76f155ced4ddcb4097134ff3c332f>
    <TaxCatchAll xmlns="fb6a68c4-ab8f-4ba3-a895-6ac835c17b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F9CACF-705F-4DAF-B572-0A458E8DB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a68c4-ab8f-4ba3-a895-6ac835c17b7e"/>
    <ds:schemaRef ds:uri="02831a02-8e16-4ec9-bd65-59388d77e3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908B21-CBA9-4FB3-99DD-253C12A6A26A}">
  <ds:schemaRefs>
    <ds:schemaRef ds:uri="http://schemas.microsoft.com/office/2006/metadata/properties"/>
    <ds:schemaRef ds:uri="http://schemas.microsoft.com/office/infopath/2007/PartnerControls"/>
    <ds:schemaRef ds:uri="fb6a68c4-ab8f-4ba3-a895-6ac835c17b7e"/>
    <ds:schemaRef ds:uri="02831a02-8e16-4ec9-bd65-59388d77e3b2"/>
  </ds:schemaRefs>
</ds:datastoreItem>
</file>

<file path=customXml/itemProps3.xml><?xml version="1.0" encoding="utf-8"?>
<ds:datastoreItem xmlns:ds="http://schemas.openxmlformats.org/officeDocument/2006/customXml" ds:itemID="{F309101F-597A-4913-BCA7-C230F0E9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Girish Kalele</dc:creator>
  <cp:revision>1</cp:revision>
  <dcterms:created xsi:type="dcterms:W3CDTF">2026-03-27T17:55:03Z</dcterms:created>
  <dcterms:modified xsi:type="dcterms:W3CDTF">2026-06-04T18:38:57Z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0x010100D63CE4F5B33B9B47BA16A8D82636783D</vt:lpwstr>
  </property>
</Properties>
</file>