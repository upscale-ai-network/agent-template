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 vision plan (B6)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Companion to A3 · Walk if Yes · Draft</a:t>
            </a:r>
          </a:p>
          <a:p>
            <a:r>
              <a:t>Confidential — Upscale AI, Inc.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question — and my answer (A3 slide 1 expanded)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Your question: SW done and validated with product, mgmt plane, datapath/AV, SDK/SAI proof before tape-out.</a:t>
            </a:r>
          </a:p>
          <a:p>
            <a:pPr>
              <a:defRPr sz="2000"/>
            </a:pPr>
            <a:r>
              <a:t>My answer: drive 2-pager + validation-gate machine; DRI on arch-vision + QoS/RM (QoSMAP, queue/buffer carve).</a:t>
            </a:r>
          </a:p>
          <a:p>
            <a:pPr>
              <a:defRPr sz="2000"/>
            </a:pPr>
            <a:r>
              <a:t>Peers: Shafi (L2/L3/ACL) and Tippanna (ECMP/AV) stay DRIs; I align the shared story, not their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discipline (AWS-style)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Thu: A3 (2–3 slides) + this B6 (walkable, ≤6 sections in spirit).</a:t>
            </a:r>
          </a:p>
          <a:p>
            <a:pPr>
              <a:defRPr sz="2000"/>
            </a:pPr>
            <a:r>
              <a:t>Next: Cx 2-pager — decisions, gates, open issues (~2 weeks).</a:t>
            </a:r>
          </a:p>
          <a:p>
            <a:pPr>
              <a:defRPr sz="2000"/>
            </a:pPr>
            <a:r>
              <a:t>Not Thu: 50-page arch dump, full HW catalog digest.</a:t>
            </a:r>
          </a:p>
          <a:p>
            <a:pPr>
              <a:defRPr sz="2000"/>
            </a:pPr>
            <a:r>
              <a:t>Exec read stays thin; full truth can exist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validation framework (I drive draft; peers align)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Product / customer use cases</a:t>
            </a:r>
          </a:p>
          <a:p>
            <a:pPr>
              <a:defRPr sz="2000"/>
            </a:pPr>
            <a:r>
              <a:t>Arch validation (AV) ↔ datapath arch</a:t>
            </a:r>
          </a:p>
          <a:p>
            <a:pPr>
              <a:defRPr sz="2000"/>
            </a:pPr>
            <a:r>
              <a:t>Mgmt plane — deployment-shaped (SONiC / FBOSS lands)</a:t>
            </a:r>
          </a:p>
          <a:p>
            <a:pPr>
              <a:defRPr sz="2000"/>
            </a:pPr>
            <a:r>
              <a:t>SW validation ↔ C-models → emulation / FPGA → silicon</a:t>
            </a:r>
          </a:p>
          <a:p>
            <a:pPr>
              <a:defRPr sz="2000"/>
            </a:pPr>
            <a:r>
              <a:t>SDK + SAI done with explicit gates before tape-out</a:t>
            </a:r>
          </a:p>
          <a:p>
            <a:pPr>
              <a:defRPr sz="2000"/>
            </a:pPr>
            <a:r>
              <a:t>I socialize v0 of done per gate for group review — not unilateral mandate.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Sponsor / exec alignment: Gururaj</a:t>
            </a:r>
          </a:p>
          <a:p>
            <a:pPr>
              <a:defRPr sz="2000"/>
            </a:pPr>
            <a:r>
              <a:t>Arch vision + validation program: Diwakar Tundlam</a:t>
            </a:r>
          </a:p>
          <a:p>
            <a:pPr>
              <a:defRPr sz="2000"/>
            </a:pPr>
            <a:r>
              <a:t>QoS / buffer / queue / scheduler / RM carve: Diwakar Tundlam</a:t>
            </a:r>
          </a:p>
          <a:p>
            <a:pPr>
              <a:defRPr sz="2000"/>
            </a:pPr>
            <a:r>
              <a:t>L2/L3 / ACL pipeline: Shafi Mohammad</a:t>
            </a:r>
          </a:p>
          <a:p>
            <a:pPr>
              <a:defRPr sz="2000"/>
            </a:pPr>
            <a:r>
              <a:t>Arch validation / use-case framing: Tippanna Hongal</a:t>
            </a:r>
          </a:p>
          <a:p>
            <a:pPr>
              <a:defRPr sz="2000"/>
            </a:pPr>
            <a:r>
              <a:t>SDK / SAI implementation: SDK leads (e.g. Girish, Shravan) — consult, not my R</a:t>
            </a:r>
          </a:p>
          <a:p>
            <a:pPr>
              <a:defRPr sz="2000"/>
            </a:pPr>
            <a:r>
              <a:t>Program / sprint mesh: Prasun Sinha</a:t>
            </a:r>
          </a:p>
          <a:p>
            <a:pPr>
              <a:defRPr sz="2000"/>
            </a:pPr>
            <a:r>
              <a:t>HW datapath / OCP ESUN: Rupa Budhia — weekly align before Thu OCP calls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My wedge — QoS resource management (RM)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Classification: VLAN-PRI, TOS/DSCP → queues → schedulers</a:t>
            </a:r>
          </a:p>
          <a:p>
            <a:pPr>
              <a:defRPr sz="2000"/>
            </a:pPr>
            <a:r>
              <a:t>Buffer management and carving (traffic / resource manager)</a:t>
            </a:r>
          </a:p>
          <a:p>
            <a:pPr>
              <a:defRPr sz="2000"/>
            </a:pPr>
            <a:r>
              <a:t>Port speed and queue/port policy coherence</a:t>
            </a:r>
          </a:p>
          <a:p>
            <a:pPr>
              <a:defRPr sz="2000"/>
            </a:pPr>
            <a:r>
              <a:t>ESUN — align buffer/TM design with standardization (OCP context)</a:t>
            </a:r>
          </a:p>
          <a:p>
            <a:pPr>
              <a:defRPr sz="2000"/>
            </a:pPr>
            <a:r>
              <a:t>HWv1: mapping above; no MPLS EXP, no IPv6 priority mapping yet.</a:t>
            </a:r>
          </a:p>
          <a:p>
            <a:pPr>
              <a:defRPr sz="2000"/>
            </a:pPr>
            <a:r>
              <a:t>HWv2: EXP + IPv6 pri — planned extension.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Logical pipeline (boss slide context)</a:t>
            </a:r>
          </a:p>
        </p:txBody>
      </p:sp>
      <p:pic>
        <p:nvPicPr>
          <p:cNvPr id="3" name="Picture 2" descr="logical-pipeline-boss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6315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My wedge: QoSMAP + Queue/buffer carve · Peers: Shafi (L2/ACL), Tippanna (ECMP), Rupa (parse/datapath)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DRIs on the picture (summary)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Ingress: Port → Parser → MyMAC · VLAN — parse correctness with Rupa</a:t>
            </a:r>
          </a:p>
          <a:p>
            <a:pPr>
              <a:defRPr sz="2000"/>
            </a:pPr>
            <a:r>
              <a:t>L2: L2-FBD · UFH — Shafi Mohammad</a:t>
            </a:r>
          </a:p>
          <a:p>
            <a:pPr>
              <a:defRPr sz="2000"/>
            </a:pPr>
            <a:r>
              <a:t>L3: VRF · Intf · L3-FIB · ESUN FDB — L3/ESUN peers + Rupa</a:t>
            </a:r>
          </a:p>
          <a:p>
            <a:pPr>
              <a:defRPr sz="2000"/>
            </a:pPr>
            <a:r>
              <a:t>Forward + QoS: ECMP (Tippanna) · QoSMAP (me)</a:t>
            </a:r>
          </a:p>
          <a:p>
            <a:pPr>
              <a:defRPr sz="2000"/>
            </a:pPr>
            <a:r>
              <a:t>Egress: NH · LAG · IACL · Queue · ports — Queue/carve: me · ACL: Shafi</a:t>
            </a:r>
          </a:p>
          <a:p>
            <a:pPr>
              <a:defRPr sz="2000"/>
            </a:pPr>
            <a:r>
              <a:t>Validation: each block needs AV done + SW proof (C-model → emulation) before silicon.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Whiteboards — RM / SDK context (§6a)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arch-vision: buffer carving (200G/400G/800G→SDK); lossy/lossless→PFC→Queues; WRED/ECN/PFC APIs; TC→queues; ESUN-QoS</a:t>
            </a:r>
          </a:p>
          <a:p>
            <a:pPr>
              <a:defRPr sz="2000"/>
            </a:pPr>
            <a:r>
              <a:t>first-1-1: SONiC/FBOSS→SAI→SAI Adapter→USDK→ASIC; ties validation pyramid to SDK delivery</a:t>
            </a:r>
          </a:p>
          <a:p>
            <a:pPr>
              <a:defRPr sz="2000"/>
            </a:pPr>
            <a:r>
              <a:t>Full annotations: manager-arch-vision-whiteboards.md · assets/pics/</a:t>
            </a:r>
          </a:p>
          <a:p>
            <a:pPr>
              <a:defRPr sz="2000"/>
            </a:pPr>
            <a:r>
              <a:t>Your correction pass on whiteboard doc still open.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 track (out of Thu scope)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This B6: how I run DE role + QoS RM + validation framework (Gururaj 2-pager).</a:t>
            </a:r>
          </a:p>
          <a:p>
            <a:pPr>
              <a:defRPr sz="2000"/>
            </a:pPr>
            <a:r>
              <a:t>Rupa thread: SDK/SAI/datapath-variant layout — related, different plan.</a:t>
            </a:r>
          </a:p>
          <a:p>
            <a:pPr>
              <a:defRPr sz="2000"/>
            </a:pPr>
            <a:r>
              <a:t>Weekly sync with Rupa; do not merge the two plans on Thu.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External / OCP ESUN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Attend OCP ESUN as directed; coordinate with Rupa before Thu 8AM BCM/vendor calls.</a:t>
            </a:r>
          </a:p>
          <a:p>
            <a:pPr>
              <a:defRPr sz="2000"/>
            </a:pPr>
            <a:r>
              <a:t>SW architect on QoS/TM/ESUN — not full network-arch owner.</a:t>
            </a:r>
          </a:p>
          <a:p>
            <a:pPr>
              <a:defRPr sz="2000"/>
            </a:pPr>
            <a:r>
              <a:t>Company position through Sponsor until redirected.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~2 weeks → Cx 2-pager (draft outline)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Decision: validation gate definitions (C-model / emu / pre-tapeout) v0</a:t>
            </a:r>
          </a:p>
          <a:p>
            <a:pPr>
              <a:defRPr sz="2000"/>
            </a:pPr>
            <a:r>
              <a:t>Decision: QoS RM HWv1 scope sign-off with HW datapath DRI</a:t>
            </a:r>
          </a:p>
          <a:p>
            <a:pPr>
              <a:defRPr sz="2000"/>
            </a:pPr>
            <a:r>
              <a:t>Open issues: access to models, lab, repos</a:t>
            </a:r>
          </a:p>
          <a:p>
            <a:pPr>
              <a:defRPr sz="2000"/>
            </a:pPr>
            <a:r>
              <a:t>Actions: cadence with Shafi, Tippanna, Rupa, Prasun</a:t>
            </a:r>
          </a:p>
          <a:p>
            <a:pPr>
              <a:defRPr sz="2000"/>
            </a:pPr>
            <a:r>
              <a:t>Non-goals: full C40-class HW digest in Cx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mesh (hook — detail round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Align task intake with SDK/ASIC milestones and SONiC/FBOSS release cadence</a:t>
            </a:r>
          </a:p>
          <a:p>
            <a:pPr>
              <a:defRPr sz="2000"/>
            </a:pPr>
            <a:r>
              <a:t>Prasun Sinha — program touchpoint for sprint planning</a:t>
            </a:r>
          </a:p>
          <a:p>
            <a:pPr>
              <a:defRPr sz="2000"/>
            </a:pPr>
            <a:r>
              <a:t>Prabu brainstorm (qos api, HW DR/DV ↔ SW UR/AV) — not Thu center unless asked</a:t>
            </a:r>
          </a:p>
          <a:p>
            <a:pPr>
              <a:defRPr sz="2000"/>
            </a:pPr>
            <a:r>
              <a:t>Not Thu: full PM design or AI-scale GPU diagrams unless redirected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 for Gururaj — delta beyond A3 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Premise, DRI, OCP, format, escalation are on A3 — detail only if needed.</a:t>
            </a:r>
          </a:p>
          <a:p>
            <a:pPr>
              <a:defRPr sz="2000"/>
            </a:pPr>
            <a:r>
              <a:t>Thu package: A3 hook + optional B6 walk; Cx 2-pager ~2 weeks — OK?</a:t>
            </a:r>
          </a:p>
          <a:p>
            <a:pPr>
              <a:defRPr sz="2000"/>
            </a:pPr>
            <a:r>
              <a:t>Cx scope v0: validation gates + QoS RM HWv1 sign-off — who must be in the room?</a:t>
            </a:r>
          </a:p>
          <a:p>
            <a:pPr>
              <a:defRPr sz="2000"/>
            </a:pPr>
            <a:r>
              <a:t>Step in if validation-gate consensus stalls beyond normal peer DRI friction.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Thu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Not finished C40 or full HW-doc digest</a:t>
            </a:r>
          </a:p>
          <a:p>
            <a:pPr>
              <a:defRPr sz="2000"/>
            </a:pPr>
            <a:r>
              <a:t>Not claiming SDK/SAI program ownership day one</a:t>
            </a:r>
          </a:p>
          <a:p>
            <a:pPr>
              <a:defRPr sz="2000"/>
            </a:pPr>
            <a:r>
              <a:t>Not AI tooling / token policy (separate thread)</a:t>
            </a:r>
          </a:p>
          <a:p>
            <a:pPr>
              <a:defRPr sz="2000"/>
            </a:pPr>
            <a:r>
              <a:t>Not a 50-page substitute — B6 is walkable backup, not a second 50-pager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