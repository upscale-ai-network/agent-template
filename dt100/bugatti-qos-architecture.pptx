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This deck sells me in the role — vision, draft plan, how I drive — not a document handoff.</a:t>
            </a:r>
          </a:p>
          <a:p/>
          <a:p>
            <a:r>
              <a:t>Left = program bar (done and validated to tape-out). Right = Diwakar DRI wedge (DBM). Close = mandate + **concrete draft in next few days** (steer post-meeting).</a:t>
            </a:r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Sponsor is you — your name is not on this deck.</a:t>
            </a:r>
          </a:p>
          <a:p/>
          <a:p>
            <a:r>
              <a:t>I am Diwakar. You need someone you can trust to drive with little supervision — not get lost or stuck — while you guide at critical junctures. These slides show what I will do in that role: vision, plans, draft execution path.</a:t>
            </a:r>
          </a:p>
          <a:p/>
          <a:p>
            <a:r>
              <a:t>Two alignments: (1) your done-and-validated bar — product, mgmt plane, architecture validation, SDK/SAI, C-model → emulation → silicon; (2) my wedge — Dynamic Switch-Buffer Management (DBM) at CSB (QoSMAP, Queue, buffer carving).</a:t>
            </a:r>
          </a:p>
          <a:p/>
          <a:p>
            <a:r>
              <a:t>DBM (say once): ESUN-world pair to DLB — buffers/CSB layer, not ECMP/fabric. **Datapath Architecture** (E-level lane; implicit owner — no name, no OCP on slide). W peers: Shafi (L2/L3/Mirroring), Tippanna (ECMP/Stats), Tilak (L2), SDK leads.</a:t>
            </a:r>
          </a:p>
          <a:p/>
          <a:p>
            <a:r>
              <a:t>Flow: slides 1–2 (situation + task) → QoS buffer carving arch walk → slides 3–4 (mandate + alignment).</a:t>
            </a:r>
          </a:p>
          <a:p/>
          <a:p>
            <a:r>
              <a:t>What I will drive in your program bar — not owning product, mgmt, full AV, or SDK programs, but contributing with a clear wedge.</a:t>
            </a:r>
          </a:p>
          <a:p/>
          <a:p>
            <a:r>
              <a:t>Bottom band = function lane (not role title): QoSMAP, Queue, buffer carving at CSB. Bounded scope under steer.</a:t>
            </a:r>
          </a:p>
          <a:p/>
          <a:p>
            <a:r>
              <a:t>Selling: I have a bounded wedge and understand how it sits in the full tape-out path.</a:t>
            </a:r>
          </a:p>
          <a:p/>
          <a:p>
            <a:r>
              <a:t>Pipeline walk is not a deliverable — it is how I show vision, draft plans, and execution instinct. Walk it; steer me at junctures. Role-play the arch execution plan.</a:t>
            </a:r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Walk order: three columns **left → right**, then **down** to QoS buffer carving arch walk. **Read order** on-slide: 1 → 2.</a:t>
            </a:r>
          </a:p>
          <a:p/>
          <a:p>
            <a:r>
              <a:t>Col 1 = tape-out validation (program). Col 2 = Diwakar lane (orange). Col 3 = peer DRIs. **Bottom row** = W intersects + buffer carve plan.</a:t>
            </a:r>
          </a:p>
          <a:p/>
          <a:p>
            <a:r>
              <a:t>**No gate diamond** — stand-alone / forward-safe (Thippanna Sr.W + Prabhu A). Alignment / reframe with sponsor — spoken at Friday meeting, not on-wall.</a:t>
            </a:r>
          </a:p>
          <a:p/>
          <a:p>
            <a:r>
              <a:t>*(Thippanna stacked layout → B6 backlog.)*</a:t>
            </a:r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SharePoint timeline: 2–3 month window was too slow — concrete output in the **next few days** (yellow highlight on slide).</a:t>
            </a:r>
          </a:p>
          <a:p/>
          <a:p>
            <a:r>
              <a:t>Say: **buffer carve plan** + validation gates v0 (format per steer) — not another 50-pager. North star unchanged: tape-out with SDK, SAI, mgmt on silicon.</a:t>
            </a:r>
          </a:p>
          <a:p/>
          <a:p>
            <a:r>
              <a:t>Sponsor touch-in at gates; Diwakar drives day-to-day technical work.</a:t>
            </a:r>
          </a:p>
          <a:p/>
          <a:p>
            <a:r>
              <a:t>Slide 4: four engineering checkpoints before Friday meeting close. Mandate = permission to drive the sprint. Pipeline plan co-evolved on the walk — alignment, not a doc handoff.</a:t>
            </a:r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Four checkpoints — technical, not a sign-off deck.</a:t>
            </a:r>
          </a:p>
          <a:p/>
          <a:p>
            <a:r>
              <a:t>Scope: slides 1–2 — program bar + DBM at CSB framed correctly? Lane: QoSMAP, Queue, buffer carving vs peer DRIs. Pipeline walk: logical pipeline and draft validation path. **Datapath Architecture** checkpoint — her lane; OCP implicit, not on slide.</a:t>
            </a:r>
          </a:p>
          <a:p/>
          <a:p>
            <a:r>
              <a:t>If aligned: mandate to ship **buffer carve plan in next few days** → iterate toward tape-out (AV/C-model, SDK/SAI/mgmt).</a:t>
            </a:r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qos architecture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EF6C00"/>
                </a:solidFill>
                <a:latin typeface="Calibri"/>
                <a:ea typeface="Calibri"/>
                <a:cs typeface="Calibri"/>
                <a:sym typeface="Calibri"/>
              </a:rPr>
              <a:t>Diwakar Tundlam - qos architect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Architecture review · 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Dynamic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ctr">
              <a:spcAft>
                <a:spcPts val="200"/>
              </a:spcAft>
            </a:pPr>
            <a:r>
              <a:rPr sz="1900">
                <a:solidFill>
                  <a:srgbClr val="FFE19E"/>
                </a:solidFill>
                <a:latin typeface="Calibri"/>
              </a:rPr>
              <a:t>Switch-Buffer</a:t>
            </a:r>
          </a:p>
          <a:p>
            <a:pPr algn="ctr">
              <a:spcAft>
                <a:spcPts val="200"/>
              </a:spcAft>
            </a:pPr>
            <a:r>
              <a:rPr sz="1900">
                <a:solidFill>
                  <a:srgbClr val="FFE19E"/>
                </a:solidFill>
                <a:latin typeface="Calibri"/>
              </a:rPr>
              <a:t>Management</a:t>
            </a: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Dynamic Switch-Buffer Management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Buffer carving at Central Scheduler Block (CSB)</a:t>
            </a: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Picture 58" descr="slide01-sc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38547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Validated to tape-out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slide02-valid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38547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Near-term scope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Picture 80" descr="slide03-outco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38547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Alignment · Friday meeting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Picture 91" descr="slide04-spo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38547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