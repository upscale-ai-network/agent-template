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This deck sells me in the role — vision, draft plan, how I drive — not a document handoff.</a:t>
            </a:r>
          </a:p>
          <a:p/>
          <a:p>
            <a:r>
              <a:t>Left = your program bar (done and validated to tape-out). Right = my DRI wedge (DBM). Close = mandate + **concrete draft in next few days** (Guru steer post-meeting).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You need someone you can trust to drive with little supervision — not get lost or stuck — while you guide at critical junctures. These slides show what I will do in that role: vision, plans, draft execution path.</a:t>
            </a:r>
          </a:p>
          <a:p/>
          <a:p>
            <a:r>
              <a:t>Two alignments: (1) your done-and-validated bar — product, mgmt plane, architecture validation, SDK/SAI, C-model → emulation → silicon; (2) my wedge — Dynamic Switch-Buffer Management (DBM) at CSB (QoSMAP, Queue, buffer carving).</a:t>
            </a:r>
          </a:p>
          <a:p/>
          <a:p>
            <a:r>
              <a:t>DBM (say once): ESUN-world pair to DLB — buffers/CSB layer, not ECMP/fabric. Rupa owns datapath architecture; I drive by understanding the pipe. Peer intersects: Shafi (L2/ACL), Tippanna (ECMP/AV), SDK leads, Rupa (datapath/OCP).</a:t>
            </a:r>
          </a:p>
          <a:p/>
          <a:p>
            <a:r>
              <a:t>Flow: slides 1–2 (situation + task) → QoS buffer carving arch walk → slides 3–4 (mandate + alignment).</a:t>
            </a:r>
          </a:p>
          <a:p/>
          <a:p>
            <a:r>
              <a:t>What I will drive in your program bar — not owning product, mgmt, full AV, or SDK programs, but contributing with a clear wedge.</a:t>
            </a:r>
          </a:p>
          <a:p/>
          <a:p>
            <a:r>
              <a:t>Bottom band = my lane: QoS RM on QoSMAP, Queue, buffer carving at CSB. This is the draft scope I execute under your steer.</a:t>
            </a:r>
          </a:p>
          <a:p/>
          <a:p>
            <a:r>
              <a:t>Selling: I have a bounded wedge and understand how it sits in the full tape-out path.</a:t>
            </a:r>
          </a:p>
          <a:p/>
          <a:p>
            <a:r>
              <a:t>Pipeline walk is not a deliverable — it is how I show vision, draft plans, and execution instinct. Walk it; steer me at junctures. Role-play the arch execution plan.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order: three columns **left → right**, then **down** to Aligned → QoS buffer carving arch. **Read order** on-slide: numbered arrows 1 → 2 → 3 (Guru: visual learner — how to read).</a:t>
            </a:r>
          </a:p>
          <a:p/>
          <a:p>
            <a:r>
              <a:t>**Aligned · Wed 1:1** — not a re-ask. Middle column = my lane (QoS buffer carve). Bottom band = **My deliverable** — compass prefetch for org framing (no N-E-W-S label on wall).</a:t>
            </a:r>
          </a:p>
          <a:p/>
          <a:p>
            <a:r>
              <a:t>Yes → QoS buffer carving arch walk. No path grayed — closed at 1:1.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Guru redirect: 2–3 month window was too slow — he wants something concrete in the **next few days**.</a:t>
            </a:r>
          </a:p>
          <a:p/>
          <a:p>
            <a:r>
              <a:t>Say: draft plan / validation gates v0 (format per his steer) — not another 50-pager. North star unchanged: tape-out with SDK, SAI, mgmt on silicon.</a:t>
            </a:r>
          </a:p>
          <a:p/>
          <a:p>
            <a:r>
              <a:t>Gururaj touch-in at gates; I drive day-to-day technical work.</a:t>
            </a:r>
          </a:p>
          <a:p/>
          <a:p>
            <a:r>
              <a:t>Slide 4: four engineering checkpoints before Fri close. Mandate = permission to drive the sprint. Pipeline plan co-evolved on the walk — alignment, not a doc handoff.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Four checkpoints — technical, not a sign-off deck.</a:t>
            </a:r>
          </a:p>
          <a:p/>
          <a:p>
            <a:r>
              <a:t>Scope: slides 1–2 — program bar + DBM at CSB framed correctly? Lane: QoSMAP, Queue, buffer carving vs peer DRIs. Pipeline walk: logical pipeline and draft validation path. OCP: I align with Rupa on datapath standards; Gururaj carries company position externally (standards body, customer-facing).</a:t>
            </a:r>
          </a:p>
          <a:p/>
          <a:p>
            <a:r>
              <a:t>If aligned: mandate to ship **draft plan in next few days** — then iterate toward tape-out (AV/C-model, SDK/SAI/mgmt).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Architecture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End-to-end datapath hardware–software validation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Architecture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Buffer carving at Central Scheduler Block (CSB)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Near-term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Alignment · Fri close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