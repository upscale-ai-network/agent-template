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COVER (if asked)</a:t>
            </a:r>
          </a:p>
          <a:p>
            <a:r>
              <a:t>Arch vision review. Four slides + B6 backup. Confidential — Upscale AI.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BEFORE SLIDE 1 (~20 s)</a:t>
            </a:r>
          </a:p>
          <a:p>
            <a:r>
              <a:t>Sponsor is you — name not on deck. I am Diwakar. Align: done and validated bar + my Dynamic Switch-Buffer Management (DBM) at CSB — ESUN analogy to DLB; not Rupa datapath arch). If slides 1-2 wrong, fix before B6. Flow: 1-2 → B6 → 3-4.</a:t>
            </a:r>
          </a:p>
          <a:p/>
          <a:p>
            <a:r>
              <a:t>SLIDE 1 — do not read bullets</a:t>
            </a:r>
          </a:p>
          <a:p>
            <a:r>
              <a:t>His words: no one has looked at CSB + buffer carving — complex, needs datapath depth. He trusts I deliver CSB/carve by understanding datapath; Rupa owns datapath arch.</a:t>
            </a:r>
          </a:p>
          <a:p/>
          <a:p>
            <a:r>
              <a:t>DBM (your label, ESUN-world pair to DLB) = dynamic Switch-Buffer management at CSB: carve, queues, PFC, WRED/ECN/Pause via SDK/SAI. Rupa owns datapath arch; her pipeline slide in B6 is her seed.</a:t>
            </a:r>
          </a:p>
          <a:p/>
          <a:p>
            <a:r>
              <a:t>Story A on slide: done and validated · product · mgmt · AV · SDK/SAI · C-model→silicon. Today: scope only.</a:t>
            </a:r>
          </a:p>
          <a:p/>
          <a:p>
            <a:r>
              <a:t>INTO B6 (~5 s): his pipeline map — CSB + carve; do not own Rupa framing.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SLIDE 2 — do not read bullets</a:t>
            </a:r>
          </a:p>
          <a:p>
            <a:r>
              <a:t>Program: SW done and validated — product, AV, SDK/SAI, path to silicon.</a:t>
            </a:r>
          </a:p>
          <a:p/>
          <a:p>
            <a:r>
              <a:t>Lane: QoS RM — QoSMAP, Queue, buffer carving. Peers: L2/L3 Shafi, ECMP Tippanna, SDK, Rupa.</a:t>
            </a:r>
          </a:p>
          <a:p/>
          <a:p>
            <a:r>
              <a:t>If OK → open B6 (his pipeline slide — Rupa seed; point CSB + carve).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SLIDE 3 — close after B6</a:t>
            </a:r>
          </a:p>
          <a:p>
            <a:r>
              <a:t>Outcome: Cx 2-pager ~2 weeks — decisions + validation gates, not 50-page dump.</a:t>
            </a:r>
          </a:p>
          <a:p/>
          <a:p>
            <a:r>
              <a:t>Instill closed-loop SW-HW validation (use-case → models → tape-out) — tactical verbal only; see dt100/README.md Private prep.</a:t>
            </a:r>
          </a:p>
          <a:p/>
          <a:p>
            <a:r>
              <a:t>Thin read usable upward. Fri edits. CSB/carve HWv1 inside Cx, not headline.</a:t>
            </a:r>
          </a:p>
          <a:p/>
          <a:p>
            <a:r>
              <a:t>AFTER B6 (~5 s): slides 3-4 — outcomes and Sponsor asks.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SLIDE 4</a:t>
            </a:r>
          </a:p>
          <a:p>
            <a:r>
              <a:t>1-2 right? Who owns slices (B6 names).</a:t>
            </a:r>
          </a:p>
          <a:p/>
          <a:p>
            <a:r>
              <a:t>Optional spoken: who chairs done-and-validated program — he Sponsor or I drive?</a:t>
            </a:r>
          </a:p>
          <a:p/>
          <a:p>
            <a:r>
              <a:t>OCP: I coordinate datapath; he owns external. Format + escalate on gates.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 vision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Executive review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Dynamic Switch-Buffer Management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" name="Picture 37" descr="slide00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5303520" cy="6755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Dynamic Switch-Buffer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Buffer carving at CSB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</p:txBody>
      </p:sp>
      <p:pic>
        <p:nvPicPr>
          <p:cNvPr id="59" name="Picture 58" descr="slide01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155680" cy="21212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SW done and validated before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slide02-valid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155680" cy="3232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you get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slide03-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155680" cy="8110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I need from you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slide04-spo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155680" cy="8497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