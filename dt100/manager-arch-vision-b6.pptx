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42e4bd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3d542e4bd6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" name="Google Shape;84;g3d542e4bd6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542e4bd64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g3d542e4bd64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5" name="Google Shape;95;g3d542e4bd64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542e4bd64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3d542e4bd64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" name="Google Shape;106;g3d542e4bd64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d542e4bd64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" name="Google Shape;116;g3d542e4bd64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7" name="Google Shape;117;g3d542e4bd64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8b39bbdc2a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7" name="Google Shape;127;g38b39bbdc2a_0_4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8" name="Google Shape;128;g38b39bbdc2a_0_4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8b39bbdc2a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" name="Google Shape;138;g38b39bbdc2a_0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9" name="Google Shape;139;g38b39bbdc2a_0_5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8b39bbdc2a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9" name="Google Shape;149;g38b39bbdc2a_0_6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0" name="Google Shape;150;g38b39bbdc2a_0_6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QoS buffer carving arch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Open after aligned on draft QoS slides — role-play, not a handoff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sz="1900">
                <a:solidFill>
                  <a:srgbClr val="FFE19E"/>
                </a:solidFill>
                <a:latin typeface="Calibri"/>
              </a:rPr>
              <a:t>Walk: vision → draft plan → owners → pipeline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Define task — after draft QoS slides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8321100" cy="39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1 · ~1 min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Transition — draft QoS slides framed situation + task; this walk defines how.</a:t>
            </a: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Assumption: draft QoS slides aligned on program bar + QoS RM wedge.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Show validation machine, owners, QoS on logical pipeline — co-evolve plan live.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Close on draft QoS slides (near-term scope + alignment) — not repeated 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Document discipline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8321100" cy="32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2 · thin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Thin walk today; depth only if Gururaj redirects.</a:t>
            </a: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Thu: draft QoS slides, then this deck (~6 beats).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Next: expand swimlanes / integrated validation plans — format and depth per your steer.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Not Thu: 50-page dump, full HW catalog.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Validation framework (I draft v0; peers align)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411475" y="795525"/>
            <a:ext cx="8321100" cy="30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2 · ~3 min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Gates are v0 for group review — not unilateral.</a:t>
            </a: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Product / customer use cases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AV ↔ datapath arch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Mgmt plane — SONiC / FBOSS lands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Software validation: C-models → emulation / FPGA → silicon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SDK + SAI done with explicit gates before tape-out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I socialize v0 “done” per gate; peers own slice proof.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542e4bd64_0_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Who owns what (don't read every row)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g3d542e4bd64_0_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542e4bd64_0_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542e4bd64_0_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542e4bd64_0_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g3d542e4bd64_0_0"/>
          <p:cNvSpPr txBox="1"/>
          <p:nvPr/>
        </p:nvSpPr>
        <p:spPr>
          <a:xfrm>
            <a:off x="411475" y="795525"/>
            <a:ext cx="8622000" cy="281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3 · ~2 min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Name DRIs once; point at pipeline slide next.</a:t>
            </a: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Gururaj: scope · company / OCP external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Validation program + QoS RM: Diwakar Tundlam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L2/L3 / ACL: Shafi Mohammad · ECMP / LAG / Counters · AV: Tippanna Hongal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SDK / SAI: SDK leads — consult, not my R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Program mesh: Prasun Sinha · HW datapath / OCP: Rupa Budhia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d542e4bd64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My wedge — QoS / RM (HWv1)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g3d542e4bd64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g3d542e4bd64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g3d542e4bd64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g3d542e4bd64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g3d542e4bd64_0_30"/>
          <p:cNvSpPr txBox="1"/>
          <p:nvPr/>
        </p:nvSpPr>
        <p:spPr>
          <a:xfrm>
            <a:off x="411475" y="795525"/>
            <a:ext cx="8622000" cy="17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4 · reference only (historical)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Kept for reference — validation scope lives on slide 3 framework.</a:t>
            </a: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VLAN-PRI, TOS/DSCP → queues → schedulers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Buffer management and carving (resource manager)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Port speed + queue/port policy coherence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ESUN — align buffer/TM with standardization (OCP)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HWv1: no MPLS EXP, no IPv6 priority mapping · HWv2: EXP + IPv6 pri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d542e4bd64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Your pipeline slide — my wedge (center of walk)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g3d542e4bd64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d542e4bd64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g3d542e4bd64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g3d542e4bd64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g3d542e4bd64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Picture 113" descr="logical-pipeline-boss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1542" y="1508760"/>
            <a:ext cx="5780916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d542e4bd64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On the picture — blocks and validation tie-in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g3d542e4bd64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g3d542e4bd64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g3d542e4bd64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g3d542e4bd64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g3d542e4bd64_0_20"/>
          <p:cNvSpPr txBox="1"/>
          <p:nvPr/>
        </p:nvSpPr>
        <p:spPr>
          <a:xfrm>
            <a:off x="411475" y="795525"/>
            <a:ext cx="8321100" cy="281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556677"/>
                </a:solidFill>
                <a:latin typeface="Arial"/>
              </a:rPr>
              <a:t>Beat 4 · optional detail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Only if Gururaj asks — each block needs AV + software proof before silicon.</a:t>
            </a: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Ingress / Parser — parse correctness with Rupa before OCP/BCM calls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L2 — Shafi · Forward: ECMP / LAG / Counters (Tippanna), QoSMAP (me) · Egress Queue/carve (me)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I draft cross-block gates; block DRIs own slice proof (C-model → emulation)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8b39bbdc2a_0_41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Defer on Thu (do not merge)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g38b39bbdc2a_0_41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g38b39bbdc2a_0_41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g38b39bbdc2a_0_41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g38b39bbdc2a_0_41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g38b39bbdc2a_0_41"/>
          <p:cNvSpPr txBox="1"/>
          <p:nvPr/>
        </p:nvSpPr>
        <p:spPr>
          <a:xfrm>
            <a:off x="411475" y="795525"/>
            <a:ext cx="8321100" cy="30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5 · ~1 min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Explicitly out of Thu — weekly sync, not merged plans.</a:t>
            </a: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Rupa SDK/SAI/datapath layout — related, different plan; weekly sync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OCP ESUN: coordinate with Rupa before vendor calls; company position through Gururaj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Prabu execution mesh / bs-2 — round 2 unless you redirect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8b39bbdc2a_0_51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If you want me to drive — next beats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g38b39bbdc2a_0_51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g38b39bbdc2a_0_51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g38b39bbdc2a_0_51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g38b39bbdc2a_0_51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g38b39bbdc2a_0_51"/>
          <p:cNvSpPr txBox="1"/>
          <p:nvPr/>
        </p:nvSpPr>
        <p:spPr>
          <a:xfrm>
            <a:off x="411475" y="795525"/>
            <a:ext cx="8321100" cy="19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6 · not committed Thu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Offer only if asked — who must be in the room.</a:t>
            </a: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Expand QoS buffer carving arch: swimlanes, DRI depth, integrated AV / C-model / datapath / SDK / SAI validation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QoS RM HWv1 scope with HW datapath DRI (Rupa lane) — gates as we agree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Cadence: Shafi, Tippanna, Rupa, Prasun — if Gururaj redirects drive to me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Room list — offer here if you ask (not on draft QoS slides)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8b39bbdc2a_0_61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What Thu is not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g38b39bbdc2a_0_61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g38b39bbdc2a_0_61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g38b39bbdc2a_0_61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g38b39bbdc2a_0_61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g38b39bbdc2a_0_61"/>
          <p:cNvSpPr txBox="1"/>
          <p:nvPr/>
        </p:nvSpPr>
        <p:spPr>
          <a:xfrm>
            <a:off x="411475" y="795525"/>
            <a:ext cx="8321100" cy="21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5–6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Boundaries — keeps Thu walkable.</a:t>
            </a: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Not C40 / full HW digest · Not SDK program ownership day one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Not AI/token policy · Not a second 50-pager — walkable backup only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Whiteboard backup: assets/dt100-whiteboards.md (only if asked)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