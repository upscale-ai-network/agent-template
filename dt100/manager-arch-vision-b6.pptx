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542e4bd6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d542e4bd64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g3d542e4bd64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b39bbdc2a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g38b39bbdc2a_0_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8" name="Google Shape;128;g38b39bbdc2a_0_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8b39bbdc2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g38b39bbdc2a_0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9" name="Google Shape;139;g38b39bbdc2a_0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8b39bbdc2a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" name="Google Shape;149;g38b39bbdc2a_0_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0" name="Google Shape;150;g38b39bbdc2a_0_6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8b39bbdc2a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0" name="Google Shape;160;g38b39bbdc2a_0_7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61" name="Google Shape;161;g38b39bbdc2a_0_7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Arch vision plan (B6)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Open after Yes on A3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Walk: machine → owners → pipeline → defer → Cx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/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Define task — after A3 slides 1–2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8321100" cy="39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333333"/>
                </a:solidFill>
              </a:rPr>
              <a:t>Beat 1 · ~1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>
                <a:solidFill>
                  <a:srgbClr val="333333"/>
                </a:solidFill>
              </a:rPr>
              <a:t>Assumption: situation and task on A3 slides 1–2 are aligned.</a:t>
            </a:r>
          </a:p>
          <a:p>
            <a:pPr/>
            <a:r>
              <a:rPr>
                <a:solidFill>
                  <a:srgbClr val="333333"/>
                </a:solidFill>
              </a:rPr>
              <a:t>This walk: define the task — validation machine, owners, QoS wedge on pipeline — deferrals and Cx.</a:t>
            </a:r>
          </a:p>
          <a:p>
            <a:pPr/>
            <a:r>
              <a:rPr>
                <a:solidFill>
                  <a:srgbClr val="333333"/>
                </a:solidFill>
              </a:rPr>
              <a:t>After walk: A3 slides 3–4 — result and sponsorship (not repeated here).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Document discipline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8321100" cy="32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333333"/>
                </a:solidFill>
              </a:rPr>
              <a:t>Beat 2 · thin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>
                <a:solidFill>
                  <a:srgbClr val="333333"/>
                </a:solidFill>
              </a:rPr>
              <a:t>Thu: A3 slides 1–2, then this deck (~6 beats).</a:t>
            </a:r>
          </a:p>
          <a:p>
            <a:pPr/>
            <a:r>
              <a:rPr>
                <a:solidFill>
                  <a:srgbClr val="333333"/>
                </a:solidFill>
              </a:rPr>
              <a:t>Next: Cx 2-pager — decisions, gates, open issues (~2 weeks).</a:t>
            </a:r>
          </a:p>
          <a:p>
            <a:pPr/>
            <a:r>
              <a:rPr>
                <a:solidFill>
                  <a:srgbClr val="333333"/>
                </a:solidFill>
              </a:rPr>
              <a:t>Not Thu: 50-page dump, full HW catalog.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Validation framework (I draft v0; peers align)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333333"/>
                </a:solidFill>
              </a:rPr>
              <a:t>Beat 2 · ~3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>
                <a:solidFill>
                  <a:srgbClr val="333333"/>
                </a:solidFill>
              </a:rPr>
              <a:t>Product / customer use cases</a:t>
            </a:r>
          </a:p>
          <a:p>
            <a:pPr/>
            <a:r>
              <a:rPr>
                <a:solidFill>
                  <a:srgbClr val="333333"/>
                </a:solidFill>
              </a:rPr>
              <a:t>Arch validation (AV) ↔ datapath arch</a:t>
            </a:r>
          </a:p>
          <a:p>
            <a:pPr/>
            <a:r>
              <a:rPr>
                <a:solidFill>
                  <a:srgbClr val="333333"/>
                </a:solidFill>
              </a:rPr>
              <a:t>Mgmt plane — SONiC / FBOSS lands</a:t>
            </a:r>
          </a:p>
          <a:p>
            <a:pPr/>
            <a:r>
              <a:rPr>
                <a:solidFill>
                  <a:srgbClr val="333333"/>
                </a:solidFill>
              </a:rPr>
              <a:t>SW validation: C-models → emulation / FPGA → silicon</a:t>
            </a:r>
          </a:p>
          <a:p>
            <a:pPr/>
            <a:r>
              <a:rPr>
                <a:solidFill>
                  <a:srgbClr val="333333"/>
                </a:solidFill>
              </a:rPr>
              <a:t>SDK + SAI done with explicit gates before tape-out</a:t>
            </a:r>
          </a:p>
          <a:p>
            <a:pPr/>
            <a:r>
              <a:rPr>
                <a:solidFill>
                  <a:srgbClr val="333333"/>
                </a:solidFill>
              </a:rPr>
              <a:t>I socialize v0 of done per gate for group review — not unilateral mandate.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Who owns what (don't read every row)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8622000" cy="28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333333"/>
                </a:solidFill>
              </a:rPr>
              <a:t>Beat 3 · ~2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>
                <a:solidFill>
                  <a:srgbClr val="333333"/>
                </a:solidFill>
              </a:rPr>
              <a:t>Sponsor (Gururaj): exec alignment — external narrative</a:t>
            </a:r>
          </a:p>
          <a:p>
            <a:pPr/>
            <a:r>
              <a:rPr>
                <a:solidFill>
                  <a:srgbClr val="333333"/>
                </a:solidFill>
              </a:rPr>
              <a:t>Validation program + QoS RM: Diwakar Tundlam</a:t>
            </a:r>
          </a:p>
          <a:p>
            <a:pPr/>
            <a:r>
              <a:rPr>
                <a:solidFill>
                  <a:srgbClr val="333333"/>
                </a:solidFill>
              </a:rPr>
              <a:t>L2/L3 / ACL: Shafi Mohammad · ECMP / AV: Tippanna Hongal</a:t>
            </a:r>
          </a:p>
          <a:p>
            <a:pPr/>
            <a:r>
              <a:rPr>
                <a:solidFill>
                  <a:srgbClr val="333333"/>
                </a:solidFill>
              </a:rPr>
              <a:t>SDK / SAI: SDK leads — consult, not my R</a:t>
            </a:r>
          </a:p>
          <a:p>
            <a:pPr/>
            <a:r>
              <a:rPr>
                <a:solidFill>
                  <a:srgbClr val="333333"/>
                </a:solidFill>
              </a:rPr>
              <a:t>Program mesh: Prasun Sinha · HW datapath / OCP: Rupa Budhia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My wedge — QoS / RM (HWv1)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8622000" cy="17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333333"/>
                </a:solidFill>
              </a:rPr>
              <a:t>Beat 4 · before pipeline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>
                <a:solidFill>
                  <a:srgbClr val="333333"/>
                </a:solidFill>
              </a:rPr>
              <a:t>VLAN-PRI, TOS/DSCP → queues → schedulers</a:t>
            </a:r>
          </a:p>
          <a:p>
            <a:pPr/>
            <a:r>
              <a:rPr>
                <a:solidFill>
                  <a:srgbClr val="333333"/>
                </a:solidFill>
              </a:rPr>
              <a:t>Buffer management and carving (resource manager)</a:t>
            </a:r>
          </a:p>
          <a:p>
            <a:pPr/>
            <a:r>
              <a:rPr>
                <a:solidFill>
                  <a:srgbClr val="333333"/>
                </a:solidFill>
              </a:rPr>
              <a:t>Port speed + queue/port policy coherence</a:t>
            </a:r>
          </a:p>
          <a:p>
            <a:pPr/>
            <a:r>
              <a:rPr>
                <a:solidFill>
                  <a:srgbClr val="333333"/>
                </a:solidFill>
              </a:rPr>
              <a:t>ESUN — align buffer/TM with standardization (OCP)</a:t>
            </a:r>
          </a:p>
          <a:p>
            <a:pPr/>
            <a:r>
              <a:rPr>
                <a:solidFill>
                  <a:srgbClr val="333333"/>
                </a:solidFill>
              </a:rPr>
              <a:t>HWv1 now: no MPLS EXP, no IPv6 priority mapping yet · HWv2: EXP + IPv6 pri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Your pipeline slide — my wedge (center of walk)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8321100" cy="347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333333"/>
                </a:solidFill>
              </a:rPr>
              <a:t>Beat 4 · QoSMAP + Queue/buffer carve (me) · Shafi (L2/ACL) · Tippanna (ECMP) · Rupa (parse/datapath)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143000"/>
            <a:ext cx="11155680" cy="62641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542e4bd64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On the picture — blocks and validation tie-in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g3d542e4bd64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542e4bd64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542e4bd64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542e4bd64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d542e4bd64_0_20"/>
          <p:cNvSpPr txBox="1"/>
          <p:nvPr/>
        </p:nvSpPr>
        <p:spPr>
          <a:xfrm>
            <a:off x="411475" y="795525"/>
            <a:ext cx="8321100" cy="28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556677"/>
                </a:solidFill>
              </a:rPr>
              <a:t>Beat 4 · optional detail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>
                <a:solidFill>
                  <a:srgbClr val="333333"/>
                </a:solidFill>
              </a:rPr>
              <a:t>Ingress / Parser — align parse correctness with Rupa before OCP/BCM calls</a:t>
            </a:r>
          </a:p>
          <a:p>
            <a:pPr/>
            <a:r>
              <a:rPr>
                <a:solidFill>
                  <a:srgbClr val="333333"/>
                </a:solidFill>
              </a:rPr>
              <a:t>L2 — Shafi · Forward: ECMP (Tippanna), QoSMAP (me) · Egress Queue/carve (me)</a:t>
            </a:r>
          </a:p>
          <a:p>
            <a:pPr/>
            <a:r>
              <a:rPr>
                <a:solidFill>
                  <a:srgbClr val="333333"/>
                </a:solidFill>
              </a:rPr>
              <a:t>Each block: AV done + SW proof (C-model → emulation) before silicon — I draft cross-block gates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8b39bbdc2a_0_4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Defer on Thu (do not merge)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g38b39bbdc2a_0_4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g38b39bbdc2a_0_4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g38b39bbdc2a_0_4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g38b39bbdc2a_0_4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g38b39bbdc2a_0_41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333333"/>
                </a:solidFill>
              </a:rPr>
              <a:t>Beat 5 · ~1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>
                <a:solidFill>
                  <a:srgbClr val="333333"/>
                </a:solidFill>
              </a:rPr>
              <a:t>Rupa SDK/SAI/datapath layout — related, different plan; weekly sync, not on Thu</a:t>
            </a:r>
          </a:p>
          <a:p>
            <a:pPr/>
            <a:r>
              <a:rPr>
                <a:solidFill>
                  <a:srgbClr val="333333"/>
                </a:solidFill>
              </a:rPr>
              <a:t>OCP ESUN: coordinate with Rupa before vendor calls; company position through Sponsor</a:t>
            </a:r>
          </a:p>
          <a:p>
            <a:pPr/>
            <a:r>
              <a:rPr>
                <a:solidFill>
                  <a:srgbClr val="333333"/>
                </a:solidFill>
              </a:rPr>
              <a:t>Prabu execution mesh / bs-2 — round 2 unless you redirect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8b39bbdc2a_0_5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~2 weeks — Cx 2-pager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g38b39bbdc2a_0_5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g38b39bbdc2a_0_5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g38b39bbdc2a_0_5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g38b39bbdc2a_0_5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g38b39bbdc2a_0_51"/>
          <p:cNvSpPr txBox="1"/>
          <p:nvPr/>
        </p:nvSpPr>
        <p:spPr>
          <a:xfrm>
            <a:off x="411475" y="795525"/>
            <a:ext cx="8321100" cy="19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333333"/>
                </a:solidFill>
              </a:rPr>
              <a:t>Beat 6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>
                <a:solidFill>
                  <a:srgbClr val="333333"/>
                </a:solidFill>
              </a:rPr>
              <a:t>Decision: validation gate definitions (C-model / emu / pre-tapeout) v0</a:t>
            </a:r>
          </a:p>
          <a:p>
            <a:pPr/>
            <a:r>
              <a:rPr>
                <a:solidFill>
                  <a:srgbClr val="333333"/>
                </a:solidFill>
              </a:rPr>
              <a:t>Decision: QoS RM HWv1 scope sign-off with HW datapath DRI</a:t>
            </a:r>
          </a:p>
          <a:p>
            <a:pPr/>
            <a:r>
              <a:rPr>
                <a:solidFill>
                  <a:srgbClr val="333333"/>
                </a:solidFill>
              </a:rPr>
              <a:t>Open: access to models, lab, repos · Actions: cadence with Shafi, Tippanna, Rupa, Prasun</a:t>
            </a:r>
          </a:p>
          <a:p>
            <a:pPr/>
            <a:r>
              <a:rPr>
                <a:solidFill>
                  <a:srgbClr val="333333"/>
                </a:solidFill>
              </a:rPr>
              <a:t>If asked who must be in the room — offer here (not on A3)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8b39bbdc2a_0_6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What Thu is not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g38b39bbdc2a_0_6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g38b39bbdc2a_0_6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g38b39bbdc2a_0_6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8b39bbdc2a_0_6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8b39bbdc2a_0_61"/>
          <p:cNvSpPr txBox="1"/>
          <p:nvPr/>
        </p:nvSpPr>
        <p:spPr>
          <a:xfrm>
            <a:off x="411475" y="795525"/>
            <a:ext cx="8321100" cy="21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>
                <a:solidFill>
                  <a:srgbClr val="333333"/>
                </a:solidFill>
              </a:rPr>
              <a:t>Beat 5–6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>
                <a:solidFill>
                  <a:srgbClr val="333333"/>
                </a:solidFill>
              </a:rPr>
              <a:t>Not C40 / full HW digest · Not SDK program ownership day one</a:t>
            </a:r>
          </a:p>
          <a:p>
            <a:pPr/>
            <a:r>
              <a:rPr>
                <a:solidFill>
                  <a:srgbClr val="333333"/>
                </a:solidFill>
              </a:rPr>
              <a:t>Not AI/token policy · Not a second 50-pager — walkable backup only</a:t>
            </a:r>
          </a:p>
          <a:p>
            <a:pPr/>
            <a:r>
              <a:rPr>
                <a:solidFill>
                  <a:srgbClr val="333333"/>
                </a:solidFill>
              </a:rPr>
              <a:t>Whiteboard backup: assets/dt100-whiteboards.md (only if asked)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8b39bbdc2a_0_79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30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Trap to CPU Capability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g38b39bbdc2a_0_79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g38b39bbdc2a_0_79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g38b39bbdc2a_0_79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8b39bbdc2a_0_79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4F81BD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g38b39bbdc2a_0_79"/>
          <p:cNvSpPr txBox="1"/>
          <p:nvPr/>
        </p:nvSpPr>
        <p:spPr>
          <a:xfrm>
            <a:off x="411475" y="795525"/>
            <a:ext cx="8321100" cy="39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lang="en-US" sz="12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matched packet is not forwarded; the full original packet is delivered entirely to CPU with no truncation.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79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lang="en-US" sz="12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Any route prefix, MAC address, or neighbor entry can individually be designated to trap matching packets to CPU, each with its own source tag.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79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lang="en-US" sz="12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group of routes sharing a common nexthop can all be trapped with a single designation; changing the group's trap setting takes effect for all routes in the group simultaneously.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79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lang="en-US" sz="12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 ACL rule can override the forwarding decision and redirect a matching packet to CPU, regardless of what the forwarding table resolves to.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79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lang="en-US" sz="12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trapped packet carries a 4-bit trap reason in the forwarding metadata delivered alongside the full original packet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79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lang="en-US" sz="12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trap reason is independently mapped to one of 4 CPU queue priorities, overriding any normal QoS classification for trapped packets.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79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lang="en-US" sz="12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Trap uses dedicated CPU queues (OQ 0–3), completely separate from copy to CPU queues (OQ 4–7).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79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lang="en-US" sz="12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Trap and copy to CPU are independent delivery paths; both can fire simultaneously for the same packet, producing two independent deliveries to the CPU.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79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lang="en-US" sz="12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Trapped packets can optionally carry a 32B ingress metadata header providing source port, ingress VLAN, and pipeline state to the CPU.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-30797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lang="en-US" sz="12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No rate limiting: every packet matching a trap designation is delivered unconditionally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