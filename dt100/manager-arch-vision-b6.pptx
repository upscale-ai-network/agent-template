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 plan (B6)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Yes on A3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machine → owners → pipeline → defer → Cx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A3 slides 1–2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Assumption: situation and task on A3 slides 1–2 are aligned.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This walk: define the task — validation machine, owners, QoS wedge on pipeline — deferrals and Cx.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After walk: A3 slides 3–4 — result and sponsorship (not repeated here).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Thu: A3 slides 1–2, then this deck (~6 beats).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Next: Cx 2-pager — decisions, gates, open issues (~2 weeks).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Thu: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Product / customer use cases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Arch validation (AV) ↔ datapath arch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Mgmt plane — SONiC / FBOSS lands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SW validation: C-models → emulation / FPGA → silicon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+ SAI done with explicit gates before tape-out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socialize v0 of done per gate for group review — not unilateral mandate.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Sponsor (Gururaj): exec alignment — external narrative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Validation program + QoS RM: Diwakar Tundlam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L2/L3 / ACL: Shafi Mohammad · ECMP / AV: Tippanna Hongal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/ SAI: SDK leads — consult, not my 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Program mesh: Prasun Sinha · HW datapath / OCP: Rupa Budhia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4 · before pipeline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VLAN-PRI, TOS/DSCP → queues → schedulers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Buffer management and carving (resource manager)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Port speed + queue/port policy coherence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ESUN — align buffer/TM with standardization (OCP)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HWv1 now: no MPLS EXP, no IPv6 priority mapping yet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172" y="1920240"/>
            <a:ext cx="7083656" cy="39776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556677"/>
                </a:solidFill>
                <a:latin typeface="Arial"/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Ingress / Parser — align parse correctness with Rupa before OCP/BCM calls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 — Shafi · Forward: ECMP (Tippanna), QoSMAP (me) · Egress Queue/carve (me)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Each block: AV done + SW proof (C-model → emulation) before silicon — I draft cross-block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Defer on Thu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Rupa SDK/SAI/datapath layout — related, different plan; weekly sync, not on Thu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OCP ESUN: coordinate with Rupa before vendor calls; company position through Sponsor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~2 weeks — Cx 2-pager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Decision: validation gate definitions (C-model / emu / pre-tapeout) v0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Decision: QoS RM HWv1 scope sign-off with HW datapath DRI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Open: access to models, lab, repos · Actions: cadence with Shafi, Tippanna, Rupa, Prasun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If asked who must be in the room — offer here (not on A3)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Thu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C40 / full HW digest · Not SDK program ownership day one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AI/token policy · Not a second 50-pager — walkable backup only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