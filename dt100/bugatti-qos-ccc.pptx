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39bbdc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8b39bbdc2a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38b39bbdc2a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9bbdc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8b39bbdc2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8b39bbdc2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42e4bd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542e4bd6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3d542e4bd6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42e4bd6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d542e4bd64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3d542e4bd64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42e4bd6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d542e4bd6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g3d542e4bd6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42e4bd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d542e4bd64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d542e4bd64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39bbdc2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8b39bbdc2a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8b39bbdc2a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39bbdc2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8b39bbdc2a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8b39bbdc2a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39bbdc2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8b39bbdc2a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8b39bbdc2a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</a:t>
            </a: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>QoS buffer carving arch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Open after qos-architecture slides 1–2 — role-play, not a handoff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78899"/>
                </a:solidFill>
                <a:latin typeface="Calibri"/>
                <a:ea typeface="Calibri"/>
                <a:cs typeface="Calibri"/>
                <a:sym typeface="Calibri"/>
              </a:rPr>
              <a:t>Confidential — Upscale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60720" y="14630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760720" y="17373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sz="1900">
                <a:solidFill>
                  <a:srgbClr val="FFE19E"/>
                </a:solidFill>
                <a:latin typeface="Calibri"/>
              </a:rPr>
              <a:t>Walk: vision → draft plan → owners → pipeline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Define task — after qos-architecture slides 1–2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83211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1 · ~1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Transition — alignment deck framed situation + task; this walk defines how.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Assumption: **qos-architecture** aligned on tape-out program bar + QoS RM wedge at CSB.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Show validation machine, owners, QoS on logical pipeline — co-evolve plan live.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Close on qos-architecture slides 3–4 (near-term scope + Friday alignment) — not repeated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39bbdc2a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Document discipline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39bbdc2a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8b39bbdc2a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b39bbdc2a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8b39bbdc2a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39bbdc2a_0_20"/>
          <p:cNvSpPr txBox="1"/>
          <p:nvPr/>
        </p:nvSpPr>
        <p:spPr>
          <a:xfrm>
            <a:off x="411475" y="795525"/>
            <a:ext cx="8321100" cy="3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2 · thin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Thin walk today; depth only if Gururaj redirects.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Friday meeting: qos-architecture slides 1–2, then this walk (~6 beats).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Next: expand swimlanes / integrated validation plans — format and depth per your steer.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Not this walk: 50-page dump, full HW catalog.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9bbdc2a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Validation framework (I draft v0; peers align)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8b39bbdc2a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8b39bbdc2a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b39bbdc2a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39bbdc2a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39bbdc2a_0_30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2 · ~3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Gates are v0 for group review — not unilateral.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Product / program use cases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Architecture validation ↔ datapath arch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Management plane — SONiC / FBOSS → SAI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Tape-out path: C-models → emulation / FPGA → silicon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SDK + SAI gates before tape-out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I socialize v0 gates for group review; peers own slice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42e4bd64_0_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Who owns what (don't read every row)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542e4bd64_0_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542e4bd64_0_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542e4bd64_0_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542e4bd64_0_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542e4bd64_0_0"/>
          <p:cNvSpPr txBox="1"/>
          <p:nvPr/>
        </p:nvSpPr>
        <p:spPr>
          <a:xfrm>
            <a:off x="411475" y="795525"/>
            <a:ext cx="8622000" cy="28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3 · ~2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My lane first; peer DRIs in W order — then point at pipeline slide.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Validation program + QoS RM: Diwakar Tundlam · QoSMAP · Queue · buffer carve at CSB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Peer DRIs: Shafi Mohammad · L2/L3/Mirroring · Tippanna Hongal · ECMP/LAG/Counters · Tilak · L2 · Girish Kale · L3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HW datapath / OCP ESUN: Rupa Budhia · SDK / SAI: SDK leads — consult, not my R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Program mesh: Prasun Sinha · Scope / company external: Gururaj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42e4bd64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My wedge — QoS / RM (HWv1)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542e4bd64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d542e4bd64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542e4bd64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542e4bd64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542e4bd64_0_30"/>
          <p:cNvSpPr txBox="1"/>
          <p:nvPr/>
        </p:nvSpPr>
        <p:spPr>
          <a:xfrm>
            <a:off x="411475" y="795525"/>
            <a:ext cx="862200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4 · reference only (historical)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Kept for reference — validation scope lives on slide 3 framework.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VLAN-PRI, TOS/DSCP → queues → schedulers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Buffer management and carving (resource manager)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Port speed + queue/port policy coherence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ESUN — align buffer/TM with standardization (OCP)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HWv1: no MPLS EXP, no IPv6 priority mapping · HWv2: EXP + IPv6 pri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42e4bd64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Your pipeline slide — my wedge (center of walk)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542e4bd64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542e4bd64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542e4bd64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542e4bd64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542e4bd64_0_1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Picture 113" descr="logical-pipeline-boss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42" y="1508760"/>
            <a:ext cx="5780916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42e4bd64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On the picture — blocks and validation tie-in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542e4bd64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d542e4bd64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542e4bd64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542e4bd64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542e4bd64_0_20"/>
          <p:cNvSpPr txBox="1"/>
          <p:nvPr/>
        </p:nvSpPr>
        <p:spPr>
          <a:xfrm>
            <a:off x="411475" y="795525"/>
            <a:ext cx="8321100" cy="28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556677"/>
                </a:solidFill>
                <a:latin typeface="Arial"/>
              </a:rPr>
              <a:t>Beat 4 · optional detail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Only if Gururaj asks — each block needs AV + software proof before silicon.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Ingress / Parser — parse correctness with Rupa before OCP/BCM calls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L2 — Shafi · Tilak · L3 — Girish · Forward: ECMP/LAG/Counters (Tippanna), QoSMAP (me) · Egress Queue/carve (me)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I draft cross-block tape-out gates; block DRIs own slice proof (C-model → emulation)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39bbdc2a_0_4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Explicit deferrals (do not merge)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8b39bbdc2a_0_4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8b39bbdc2a_0_4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8b39bbdc2a_0_4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8b39bbdc2a_0_4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8b39bbdc2a_0_41"/>
          <p:cNvSpPr txBox="1"/>
          <p:nvPr/>
        </p:nvSpPr>
        <p:spPr>
          <a:xfrm>
            <a:off x="411475" y="795525"/>
            <a:ext cx="8321100" cy="3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5 · ~1 min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Out of this walk — weekly sync, not merged plans.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Rupa SDK/SAI/datapath layout — related, different plan; weekly sync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OCP ESUN: coordinate with Rupa before vendor calls; company position through Gururaj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Prabu execution mesh / bs-2 — round 2 unless you redirect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39bbdc2a_0_5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If you want me to drive — next beats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8b39bbdc2a_0_5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8b39bbdc2a_0_5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8b39bbdc2a_0_5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8b39bbdc2a_0_5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8b39bbdc2a_0_51"/>
          <p:cNvSpPr txBox="1"/>
          <p:nvPr/>
        </p:nvSpPr>
        <p:spPr>
          <a:xfrm>
            <a:off x="411475" y="795525"/>
            <a:ext cx="8321100" cy="19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6 · after mandate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Offer only if asked — who must be in the room.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Expand QoS buffer carving arch: swimlanes, DRI depth, integrated AV / C-model / datapath / SDK / SAI validation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QoS RM HWv1 scope with HW datapath DRI (Rupa lane) — gates as we agree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Cadence: Shafi, Tippanna, Rupa, Prasun — if Gururaj redirects drive to me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Room list — offer here if you ask (not on qos-architecture slides)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b39bbdc2a_0_61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lang="en-US" sz="2600" b="0" i="0" u="none" strike="noStrike" cap="none">
                <a:solidFill>
                  <a:srgbClr val="051830"/>
                </a:solidFill>
                <a:latin typeface="Calibri"/>
                <a:ea typeface="Calibri"/>
                <a:cs typeface="Calibri"/>
                <a:sym typeface="Calibri"/>
              </a:rPr>
              <a:t>What this walk is not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8b39bbdc2a_0_61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8b39bbdc2a_0_6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8b39bbdc2a_0_61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b39bbdc2a_0_61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b39bbdc2a_0_61"/>
          <p:cNvSpPr txBox="1"/>
          <p:nvPr/>
        </p:nvSpPr>
        <p:spPr>
          <a:xfrm>
            <a:off x="411475" y="795525"/>
            <a:ext cx="8321100" cy="21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sz="1300">
                <a:solidFill>
                  <a:srgbClr val="333333"/>
                </a:solidFill>
                <a:latin typeface="Arial"/>
              </a:rPr>
              <a:t>Beat 5–6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Boundaries — keeps Friday walkable.</a:t>
            </a:r>
          </a:p>
          <a:p>
            <a:pPr/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Not C40 / full HW digest · Not SDK program ownership day one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Not AI/token policy · Not sponsor homework-check — walkable backup only</a:t>
            </a:r>
          </a:p>
          <a:p>
            <a:pPr/>
            <a:r>
              <a:rPr sz="1300">
                <a:solidFill>
                  <a:srgbClr val="333333"/>
                </a:solidFill>
                <a:latin typeface="Arial"/>
              </a:rPr>
              <a:t>Whiteboard backup: assets/dt100-whiteboards.md (only if asked)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