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58" r:id="rId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9pMNojvmZd7sLzoI35cKCZ+b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37" Type="http://schemas.openxmlformats.org/officeDocument/2006/relationships/notesMaster" Target="notesMasters/notesMaster1.xml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b39bbdc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8b39bbdc2a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g38b39bbdc2a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 </a:t>
            </a: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22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828800"/>
            <a:ext cx="3200400" cy="36576"/>
          </a:xfrm>
          <a:prstGeom prst="rect">
            <a:avLst/>
          </a:prstGeom>
          <a:solidFill>
            <a:srgbClr val="FFE19E"/>
          </a:solidFill>
          <a:ln w="127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6596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[Presentation title]</a:t>
            </a:r>
            <a:endParaRPr sz="1950" b="0" i="1" u="none" strike="noStrike" cap="none">
              <a:solidFill>
                <a:srgbClr val="FEDB8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2600" b="0" i="1" u="none" strike="noStrike" cap="none">
              <a:solidFill>
                <a:srgbClr val="FFE1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[Subtitle line 2 — owner / date]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8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[Tag / workstream]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0" y="0"/>
            <a:ext cx="4572000" cy="4869180"/>
          </a:xfrm>
          <a:prstGeom prst="rect">
            <a:avLst/>
          </a:prstGeom>
          <a:solidFill>
            <a:srgbClr val="071E35"/>
          </a:solidFill>
          <a:ln w="12700" cap="flat" cmpd="sng">
            <a:solidFill>
              <a:srgbClr val="071E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46320" y="274320"/>
            <a:ext cx="27432" cy="13716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394960" y="274320"/>
            <a:ext cx="27432" cy="164592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0" y="274320"/>
            <a:ext cx="27432" cy="192024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92240" y="274320"/>
            <a:ext cx="27432" cy="219456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040880" y="274320"/>
            <a:ext cx="27432" cy="246888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589520" y="274320"/>
            <a:ext cx="27432" cy="27432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846320" y="457200"/>
            <a:ext cx="320040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46320" y="1188720"/>
            <a:ext cx="283464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46320" y="1920240"/>
            <a:ext cx="246888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846320" y="2651760"/>
            <a:ext cx="210312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60720" y="14630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A2744"/>
          </a:solidFill>
          <a:ln w="254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760720" y="17373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[Subtitle line 1]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0" y="4850892"/>
            <a:ext cx="9144000" cy="18288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81F3A"/>
          </a:solidFill>
          <a:ln w="12700" cap="flat" cmpd="sng">
            <a:solidFill>
              <a:srgbClr val="08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4320" y="488746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88AA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688AA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863840" y="48874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b39bbdc2a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[Slide title]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8b39bbdc2a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8b39bbdc2a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8b39bbdc2a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8b39bbdc2a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8b39bbdc2a_0_10"/>
          <p:cNvSpPr txBox="1"/>
          <p:nvPr/>
        </p:nvSpPr>
        <p:spPr>
          <a:xfrm>
            <a:off x="411475" y="795525"/>
            <a:ext cx="83211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>
                <a:solidFill>
                  <a:srgbClr val="000000"/>
                </a:solidFill>
              </a:rPr>
              <a:t>[Subtitle or lead line — optional]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</a:p>
          <a:p>
            <a:pPr/>
            <a:r>
              <a:rPr>
                <a:solidFill>
                  <a:srgbClr val="000000"/>
                </a:solidFill>
              </a:rPr>
              <a:t>[Bullet or paragraph 1]</a:t>
            </a:r>
          </a:p>
          <a:p>
            <a:pPr/>
            <a:r>
              <a:rPr>
                <a:solidFill>
                  <a:srgbClr val="000000"/>
                </a:solidFill>
              </a:rPr>
              <a:t>[Bullet or paragraph 2]</a:t>
            </a:r>
          </a:p>
          <a:p>
            <a:pPr/>
            <a:r>
              <a:rPr>
                <a:solidFill>
                  <a:srgbClr val="000000"/>
                </a:solidFill>
              </a:rPr>
              <a:t>[Bullet or paragraph 3]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3CE4F5B33B9B47BA16A8D82636783D" ma:contentTypeVersion="15" ma:contentTypeDescription="Create a new document." ma:contentTypeScope="" ma:versionID="3f5d8ee684fd6382a1a7264cb2ced548">
  <xsd:schema xmlns:xsd="http://www.w3.org/2001/XMLSchema" xmlns:xs="http://www.w3.org/2001/XMLSchema" xmlns:p="http://schemas.microsoft.com/office/2006/metadata/properties" xmlns:ns2="fb6a68c4-ab8f-4ba3-a895-6ac835c17b7e" xmlns:ns3="02831a02-8e16-4ec9-bd65-59388d77e3b2" targetNamespace="http://schemas.microsoft.com/office/2006/metadata/properties" ma:root="true" ma:fieldsID="5a953b81592bcab817634265e9ab1dd5" ns2:_="" ns3:_="">
    <xsd:import namespace="fb6a68c4-ab8f-4ba3-a895-6ac835c17b7e"/>
    <xsd:import namespace="02831a02-8e16-4ec9-bd65-59388d77e3b2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a68c4-ab8f-4ba3-a895-6ac835c17b7e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1" nillable="true" ma:displayName="Taxonomy Catch All Column" ma:hidden="true" ma:list="{39f00500-20d3-4015-8ed4-d465b76ab46e}" ma:internalName="TaxCatchAll" ma:showField="CatchAllData" ma:web="fb6a68c4-ab8f-4ba3-a895-6ac835c17b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31a02-8e16-4ec9-bd65-59388d77e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igrationWizId" ma:index="16" nillable="true" ma:displayName="MigrationWizId" ma:internalName="MigrationWizId">
      <xsd:simpleType>
        <xsd:restriction base="dms:Text"/>
      </xsd:simpleType>
    </xsd:element>
    <xsd:element name="MigrationWizIdPermissions" ma:index="17" nillable="true" ma:displayName="MigrationWizIdPermissions" ma:internalName="MigrationWizIdPermissions">
      <xsd:simpleType>
        <xsd:restriction base="dms:Text"/>
      </xsd:simpleType>
    </xsd:element>
    <xsd:element name="MigrationWizIdVersion" ma:index="18" nillable="true" ma:displayName="MigrationWizIdVersion" ma:internalName="MigrationWizIdVersion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568d06a-9151-4f9f-a28d-684c52c138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SourceID xmlns="fb6a68c4-ab8f-4ba3-a895-6ac835c17b7e">1kv6CIXj2YO96Z9sh70NFdV8FGzdxTmcr</MigrationSourceID>
    <MigrationWizIdPermissions xmlns="02831a02-8e16-4ec9-bd65-59388d77e3b2" xsi:nil="true"/>
    <MigrationWizIdVersion xmlns="02831a02-8e16-4ec9-bd65-59388d77e3b2" xsi:nil="true"/>
    <MigrationWizId xmlns="02831a02-8e16-4ec9-bd65-59388d77e3b2" xsi:nil="true"/>
    <lcf76f155ced4ddcb4097134ff3c332f xmlns="02831a02-8e16-4ec9-bd65-59388d77e3b2">
      <Terms xmlns="http://schemas.microsoft.com/office/infopath/2007/PartnerControls"/>
    </lcf76f155ced4ddcb4097134ff3c332f>
    <TaxCatchAll xmlns="fb6a68c4-ab8f-4ba3-a895-6ac835c17b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F9CACF-705F-4DAF-B572-0A458E8DBA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6a68c4-ab8f-4ba3-a895-6ac835c17b7e"/>
    <ds:schemaRef ds:uri="02831a02-8e16-4ec9-bd65-59388d77e3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908B21-CBA9-4FB3-99DD-253C12A6A26A}">
  <ds:schemaRefs>
    <ds:schemaRef ds:uri="http://schemas.microsoft.com/office/2006/metadata/properties"/>
    <ds:schemaRef ds:uri="http://schemas.microsoft.com/office/infopath/2007/PartnerControls"/>
    <ds:schemaRef ds:uri="fb6a68c4-ab8f-4ba3-a895-6ac835c17b7e"/>
    <ds:schemaRef ds:uri="02831a02-8e16-4ec9-bd65-59388d77e3b2"/>
  </ds:schemaRefs>
</ds:datastoreItem>
</file>

<file path=customXml/itemProps3.xml><?xml version="1.0" encoding="utf-8"?>
<ds:datastoreItem xmlns:ds="http://schemas.openxmlformats.org/officeDocument/2006/customXml" ds:itemID="{F309101F-597A-4913-BCA7-C230F0E9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32</Slides>
  <Notes>32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Girish Kalele</dc:creator>
  <cp:revision>1</cp:revision>
  <dcterms:created xsi:type="dcterms:W3CDTF">2026-03-27T17:55:03Z</dcterms:created>
  <dcterms:modified xsi:type="dcterms:W3CDTF">2026-06-04T18:38:57Z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0x010100D63CE4F5B33B9B47BA16A8D82636783D</vt:lpwstr>
  </property>
</Properties>
</file>