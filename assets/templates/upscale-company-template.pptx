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[Presentation title]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[Subtitle line 2 — owner / date]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[Tag / workstream]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[Subtitle line 1]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[Slide title]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556677"/>
                </a:solidFill>
              </a:rPr>
              <a:t>[Subtitle or lead line — optional]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[Bullet or paragraph 1]</a:t>
            </a:r>
          </a:p>
          <a:p>
            <a:pPr/>
            <a:r>
              <a:rPr>
                <a:solidFill>
                  <a:srgbClr val="333333"/>
                </a:solidFill>
              </a:rPr>
              <a:t>[Bullet or paragraph 2]</a:t>
            </a:r>
          </a:p>
          <a:p>
            <a:pPr/>
            <a:r>
              <a:rPr>
                <a:solidFill>
                  <a:srgbClr val="333333"/>
                </a:solidFill>
              </a:rPr>
              <a:t>[Bullet or paragraph 3]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