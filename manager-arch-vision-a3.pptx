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~15s: Three slides — yes I can run this, how I'll run it, what I need from you. B6 if premise holds. Fix slide 1 first; don't open long deck until premise is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 vision hook (A3)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DT100 · Gururaj · Draft for review</a:t>
            </a:r>
          </a:p>
          <a:p>
            <a:r>
              <a:t>Confidential — Upscale AI,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 can align SW validation to product, datapath, and silicon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/>
            </a:pPr>
            <a:r>
              <a:t>Framework first · 2-pager discipline · QoS/RM is my wedge</a:t>
            </a:r>
          </a:p>
          <a:p>
            <a:pPr>
              <a:defRPr sz="2000"/>
            </a:pPr>
            <a:r>
              <a:t>My commitment: drive the cross-team validation framework; DRI for QoS / resource management (RM).</a:t>
            </a:r>
          </a:p>
          <a:p>
            <a:pPr>
              <a:defRPr sz="2000"/>
            </a:pPr>
            <a:r>
              <a:t>Your question: SW done and validated with product, mgmt plane, datapath/AV, SDK/SAI before tape-out (C-models → emulation → silicon).</a:t>
            </a:r>
          </a:p>
          <a:p>
            <a:pPr>
              <a:defRPr sz="2000"/>
            </a:pPr>
            <a:r>
              <a:t>Peers: Shafi Mohammad (L2/L3/ACL) and Tippanna Hongal (ECMP/AV) stay DRIs on their slices; I facilitate alignment.</a:t>
            </a:r>
          </a:p>
          <a:p>
            <a:pPr>
              <a:defRPr sz="2000"/>
            </a:pPr>
            <a:r>
              <a:t>Today: premise and operating model — not full architecture (exec read stays 2-pager, not a 50-page dump).</a:t>
            </a:r>
          </a:p>
          <a:p>
            <a:pPr>
              <a:defRPr sz="2000"/>
            </a:pPr>
            <a:r>
              <a:t>Sponsor: Gururaj · DRI: Diwakar Tundlam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model → Cx 2-pager in ~2 weeks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Cadence: Product/AV ↔ datapath ↔ validation gates → Amazon-style 2-pager decisions.</a:t>
            </a:r>
          </a:p>
          <a:p>
            <a:pPr>
              <a:defRPr sz="2000"/>
            </a:pPr>
            <a:r>
              <a:t>Near term: Cx — validation gate definitions + QoS RM HWv1 scope (~2 weeks).</a:t>
            </a:r>
          </a:p>
          <a:p>
            <a:pPr>
              <a:defRPr sz="2000"/>
            </a:pPr>
            <a:r>
              <a:t>On your pipeline slide: I own QoSMAP and Queue/buffer carve; Shafi (L2/ACL), Tippanna (ECMP) on theirs — B6 §6.</a:t>
            </a:r>
          </a:p>
          <a:p>
            <a:pPr>
              <a:defRPr sz="2000"/>
            </a:pPr>
            <a:r>
              <a:t>Stay aligned: Rupa Budhia (datapath/OCP weekly); Prasun Sinha (program mesh).</a:t>
            </a:r>
          </a:p>
          <a:p>
            <a:pPr>
              <a:defRPr sz="2000"/>
            </a:pPr>
            <a:r>
              <a:t>If premise holds: walk B6 next — or reshape hook on Fri.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Sponsor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Premise — Does slide 1 answer your question? If not, what should change?</a:t>
            </a:r>
          </a:p>
          <a:p>
            <a:pPr>
              <a:defRPr sz="2000"/>
            </a:pPr>
            <a:r>
              <a:t>DRI split — Me: arch-vision framework + QoS RM; Shafi / Tippanna: their domains.</a:t>
            </a:r>
          </a:p>
          <a:p>
            <a:pPr>
              <a:defRPr sz="2000"/>
            </a:pPr>
            <a:r>
              <a:t>OCP / external — Rupa and I coordinate technically; you own company position.</a:t>
            </a:r>
          </a:p>
          <a:p>
            <a:pPr>
              <a:defRPr sz="2000"/>
            </a:pPr>
            <a:r>
              <a:t>Format — Thu async PDF vs short live walk vs Fri iteration (expect edits).</a:t>
            </a:r>
          </a:p>
          <a:p>
            <a:pPr>
              <a:defRPr sz="2000"/>
            </a:pPr>
            <a:r>
              <a:t>Escalation — You step in if cross-architect validation alignment stalls.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